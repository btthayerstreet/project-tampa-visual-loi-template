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2.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3.xml" ContentType="application/vnd.openxmlformats-officedocument.drawingml.chart+xml"/>
  <Override PartName="/ppt/notesSlides/notesSlide11.xml" ContentType="application/vnd.openxmlformats-officedocument.presentationml.notesSlide+xml"/>
  <Override PartName="/ppt/charts/chart4.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1"/>
  </p:notesMasterIdLst>
  <p:sldIdLst>
    <p:sldId id="272" r:id="rId5"/>
    <p:sldId id="282" r:id="rId6"/>
    <p:sldId id="312" r:id="rId7"/>
    <p:sldId id="323" r:id="rId8"/>
    <p:sldId id="314" r:id="rId9"/>
    <p:sldId id="315" r:id="rId10"/>
    <p:sldId id="352" r:id="rId11"/>
    <p:sldId id="355" r:id="rId12"/>
    <p:sldId id="334" r:id="rId13"/>
    <p:sldId id="347" r:id="rId14"/>
    <p:sldId id="356" r:id="rId15"/>
    <p:sldId id="335" r:id="rId16"/>
    <p:sldId id="358" r:id="rId17"/>
    <p:sldId id="344" r:id="rId18"/>
    <p:sldId id="345" r:id="rId19"/>
    <p:sldId id="285" r:id="rId20"/>
  </p:sldIdLst>
  <p:sldSz cx="12192000" cy="6858000"/>
  <p:notesSz cx="7010400" cy="9296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58FC0"/>
    <a:srgbClr val="201243"/>
    <a:srgbClr val="825B90"/>
    <a:srgbClr val="B9C6E4"/>
    <a:srgbClr val="DCE3F2"/>
    <a:srgbClr val="6585C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85CCBCA-794C-40F8-B7A1-AA0822D06E60}" v="388" dt="2026-08-19T17:27:16.68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nnett Turner" userId="ac790710-c2d5-417f-a912-46cdb6fba09a" providerId="ADAL" clId="{E76F20D7-B205-4045-873E-3BD99823FDF7}"/>
    <pc:docChg chg="undo redo custSel addSld delSld modSld sldOrd modMainMaster">
      <pc:chgData name="Bennett Turner" userId="ac790710-c2d5-417f-a912-46cdb6fba09a" providerId="ADAL" clId="{E76F20D7-B205-4045-873E-3BD99823FDF7}" dt="2026-08-19T18:13:52.847" v="3328" actId="20577"/>
      <pc:docMkLst>
        <pc:docMk/>
      </pc:docMkLst>
      <pc:sldChg chg="del">
        <pc:chgData name="Bennett Turner" userId="ac790710-c2d5-417f-a912-46cdb6fba09a" providerId="ADAL" clId="{E76F20D7-B205-4045-873E-3BD99823FDF7}" dt="2026-08-19T14:01:28.517" v="1"/>
        <pc:sldMkLst>
          <pc:docMk/>
          <pc:sldMk cId="2840223410" sldId="269"/>
        </pc:sldMkLst>
      </pc:sldChg>
      <pc:sldChg chg="del">
        <pc:chgData name="Bennett Turner" userId="ac790710-c2d5-417f-a912-46cdb6fba09a" providerId="ADAL" clId="{E76F20D7-B205-4045-873E-3BD99823FDF7}" dt="2026-08-19T14:19:46.090" v="149"/>
        <pc:sldMkLst>
          <pc:docMk/>
          <pc:sldMk cId="333913218" sldId="274"/>
        </pc:sldMkLst>
      </pc:sldChg>
      <pc:sldChg chg="del">
        <pc:chgData name="Bennett Turner" userId="ac790710-c2d5-417f-a912-46cdb6fba09a" providerId="ADAL" clId="{E76F20D7-B205-4045-873E-3BD99823FDF7}" dt="2026-08-19T14:19:51.451" v="158"/>
        <pc:sldMkLst>
          <pc:docMk/>
          <pc:sldMk cId="529650836" sldId="275"/>
        </pc:sldMkLst>
      </pc:sldChg>
      <pc:sldChg chg="del">
        <pc:chgData name="Bennett Turner" userId="ac790710-c2d5-417f-a912-46cdb6fba09a" providerId="ADAL" clId="{E76F20D7-B205-4045-873E-3BD99823FDF7}" dt="2026-08-19T14:20:35.961" v="221"/>
        <pc:sldMkLst>
          <pc:docMk/>
          <pc:sldMk cId="2133382100" sldId="278"/>
        </pc:sldMkLst>
      </pc:sldChg>
      <pc:sldChg chg="del">
        <pc:chgData name="Bennett Turner" userId="ac790710-c2d5-417f-a912-46cdb6fba09a" providerId="ADAL" clId="{E76F20D7-B205-4045-873E-3BD99823FDF7}" dt="2026-08-19T14:20:42.061" v="230"/>
        <pc:sldMkLst>
          <pc:docMk/>
          <pc:sldMk cId="70591482" sldId="279"/>
        </pc:sldMkLst>
      </pc:sldChg>
      <pc:sldChg chg="del">
        <pc:chgData name="Bennett Turner" userId="ac790710-c2d5-417f-a912-46cdb6fba09a" providerId="ADAL" clId="{E76F20D7-B205-4045-873E-3BD99823FDF7}" dt="2026-08-19T14:19:58.536" v="167"/>
        <pc:sldMkLst>
          <pc:docMk/>
          <pc:sldMk cId="3815260711" sldId="281"/>
        </pc:sldMkLst>
      </pc:sldChg>
      <pc:sldChg chg="modSp mod">
        <pc:chgData name="Bennett Turner" userId="ac790710-c2d5-417f-a912-46cdb6fba09a" providerId="ADAL" clId="{E76F20D7-B205-4045-873E-3BD99823FDF7}" dt="2026-08-19T17:14:26.044" v="3110"/>
        <pc:sldMkLst>
          <pc:docMk/>
          <pc:sldMk cId="3114702483" sldId="282"/>
        </pc:sldMkLst>
        <pc:spChg chg="mod">
          <ac:chgData name="Bennett Turner" userId="ac790710-c2d5-417f-a912-46cdb6fba09a" providerId="ADAL" clId="{E76F20D7-B205-4045-873E-3BD99823FDF7}" dt="2026-08-19T17:14:26.044" v="3110"/>
          <ac:spMkLst>
            <pc:docMk/>
            <pc:sldMk cId="3114702483" sldId="282"/>
            <ac:spMk id="7" creationId="{00000000-0000-0000-0000-000000000000}"/>
          </ac:spMkLst>
        </pc:spChg>
      </pc:sldChg>
      <pc:sldChg chg="del">
        <pc:chgData name="Bennett Turner" userId="ac790710-c2d5-417f-a912-46cdb6fba09a" providerId="ADAL" clId="{E76F20D7-B205-4045-873E-3BD99823FDF7}" dt="2026-08-19T14:19:39.869" v="140"/>
        <pc:sldMkLst>
          <pc:docMk/>
          <pc:sldMk cId="1080097910" sldId="283"/>
        </pc:sldMkLst>
      </pc:sldChg>
      <pc:sldChg chg="del">
        <pc:chgData name="Bennett Turner" userId="ac790710-c2d5-417f-a912-46cdb6fba09a" providerId="ADAL" clId="{E76F20D7-B205-4045-873E-3BD99823FDF7}" dt="2026-08-19T14:20:03.965" v="176"/>
        <pc:sldMkLst>
          <pc:docMk/>
          <pc:sldMk cId="3058799942" sldId="284"/>
        </pc:sldMkLst>
      </pc:sldChg>
      <pc:sldChg chg="modSp del mod">
        <pc:chgData name="Bennett Turner" userId="ac790710-c2d5-417f-a912-46cdb6fba09a" providerId="ADAL" clId="{E76F20D7-B205-4045-873E-3BD99823FDF7}" dt="2026-08-19T14:20:15.451" v="194"/>
        <pc:sldMkLst>
          <pc:docMk/>
          <pc:sldMk cId="1188290736" sldId="290"/>
        </pc:sldMkLst>
        <pc:spChg chg="mod">
          <ac:chgData name="Bennett Turner" userId="ac790710-c2d5-417f-a912-46cdb6fba09a" providerId="ADAL" clId="{E76F20D7-B205-4045-873E-3BD99823FDF7}" dt="2026-08-19T14:13:47.351" v="129" actId="20577"/>
          <ac:spMkLst>
            <pc:docMk/>
            <pc:sldMk cId="1188290736" sldId="290"/>
            <ac:spMk id="8" creationId="{3184F5AC-7FCF-B7EB-B804-7ED1DBE9564E}"/>
          </ac:spMkLst>
        </pc:spChg>
      </pc:sldChg>
      <pc:sldChg chg="del">
        <pc:chgData name="Bennett Turner" userId="ac790710-c2d5-417f-a912-46cdb6fba09a" providerId="ADAL" clId="{E76F20D7-B205-4045-873E-3BD99823FDF7}" dt="2026-08-19T14:20:29.853" v="212"/>
        <pc:sldMkLst>
          <pc:docMk/>
          <pc:sldMk cId="2446920743" sldId="303"/>
        </pc:sldMkLst>
      </pc:sldChg>
      <pc:sldChg chg="add del">
        <pc:chgData name="Bennett Turner" userId="ac790710-c2d5-417f-a912-46cdb6fba09a" providerId="ADAL" clId="{E76F20D7-B205-4045-873E-3BD99823FDF7}" dt="2026-08-19T14:01:54.501" v="10"/>
        <pc:sldMkLst>
          <pc:docMk/>
          <pc:sldMk cId="1061699288" sldId="304"/>
        </pc:sldMkLst>
      </pc:sldChg>
      <pc:sldChg chg="addSp modSp add del mod">
        <pc:chgData name="Bennett Turner" userId="ac790710-c2d5-417f-a912-46cdb6fba09a" providerId="ADAL" clId="{E76F20D7-B205-4045-873E-3BD99823FDF7}" dt="2026-08-19T14:02:23.483" v="23"/>
        <pc:sldMkLst>
          <pc:docMk/>
          <pc:sldMk cId="2860416704" sldId="305"/>
        </pc:sldMkLst>
        <pc:spChg chg="add mod">
          <ac:chgData name="Bennett Turner" userId="ac790710-c2d5-417f-a912-46cdb6fba09a" providerId="ADAL" clId="{E76F20D7-B205-4045-873E-3BD99823FDF7}" dt="2026-08-19T14:02:12.716" v="21"/>
          <ac:spMkLst>
            <pc:docMk/>
            <pc:sldMk cId="2860416704" sldId="305"/>
            <ac:spMk id="16" creationId="{EE7F9611-C36A-4F39-B777-3CE938719241}"/>
          </ac:spMkLst>
        </pc:spChg>
      </pc:sldChg>
      <pc:sldChg chg="add del">
        <pc:chgData name="Bennett Turner" userId="ac790710-c2d5-417f-a912-46cdb6fba09a" providerId="ADAL" clId="{E76F20D7-B205-4045-873E-3BD99823FDF7}" dt="2026-08-19T14:04:09.401" v="32"/>
        <pc:sldMkLst>
          <pc:docMk/>
          <pc:sldMk cId="3216275256" sldId="306"/>
        </pc:sldMkLst>
      </pc:sldChg>
      <pc:sldChg chg="addSp modSp add del mod">
        <pc:chgData name="Bennett Turner" userId="ac790710-c2d5-417f-a912-46cdb6fba09a" providerId="ADAL" clId="{E76F20D7-B205-4045-873E-3BD99823FDF7}" dt="2026-08-19T14:04:26.897" v="55"/>
        <pc:sldMkLst>
          <pc:docMk/>
          <pc:sldMk cId="2615157670" sldId="307"/>
        </pc:sldMkLst>
        <pc:spChg chg="add mod">
          <ac:chgData name="Bennett Turner" userId="ac790710-c2d5-417f-a912-46cdb6fba09a" providerId="ADAL" clId="{E76F20D7-B205-4045-873E-3BD99823FDF7}" dt="2026-08-19T14:04:15.868" v="49"/>
          <ac:spMkLst>
            <pc:docMk/>
            <pc:sldMk cId="2615157670" sldId="307"/>
            <ac:spMk id="17" creationId="{BD8DB580-60AB-4CD1-94E6-9FC114E7882E}"/>
          </ac:spMkLst>
        </pc:spChg>
        <pc:spChg chg="add mod">
          <ac:chgData name="Bennett Turner" userId="ac790710-c2d5-417f-a912-46cdb6fba09a" providerId="ADAL" clId="{E76F20D7-B205-4045-873E-3BD99823FDF7}" dt="2026-08-19T14:04:15.870" v="53"/>
          <ac:spMkLst>
            <pc:docMk/>
            <pc:sldMk cId="2615157670" sldId="307"/>
            <ac:spMk id="18" creationId="{6A398D55-EDAE-4627-8A5C-5C032823B0F4}"/>
          </ac:spMkLst>
        </pc:spChg>
      </pc:sldChg>
      <pc:sldChg chg="add del">
        <pc:chgData name="Bennett Turner" userId="ac790710-c2d5-417f-a912-46cdb6fba09a" providerId="ADAL" clId="{E76F20D7-B205-4045-873E-3BD99823FDF7}" dt="2026-08-19T14:06:46.311" v="64"/>
        <pc:sldMkLst>
          <pc:docMk/>
          <pc:sldMk cId="1916496295" sldId="308"/>
        </pc:sldMkLst>
      </pc:sldChg>
      <pc:sldChg chg="add del">
        <pc:chgData name="Bennett Turner" userId="ac790710-c2d5-417f-a912-46cdb6fba09a" providerId="ADAL" clId="{E76F20D7-B205-4045-873E-3BD99823FDF7}" dt="2026-08-19T14:20:09.201" v="185"/>
        <pc:sldMkLst>
          <pc:docMk/>
          <pc:sldMk cId="203219797" sldId="309"/>
        </pc:sldMkLst>
      </pc:sldChg>
      <pc:sldChg chg="add del">
        <pc:chgData name="Bennett Turner" userId="ac790710-c2d5-417f-a912-46cdb6fba09a" providerId="ADAL" clId="{E76F20D7-B205-4045-873E-3BD99823FDF7}" dt="2026-08-19T14:15:51.483" v="131"/>
        <pc:sldMkLst>
          <pc:docMk/>
          <pc:sldMk cId="506563938" sldId="310"/>
        </pc:sldMkLst>
      </pc:sldChg>
      <pc:sldChg chg="add del">
        <pc:chgData name="Bennett Turner" userId="ac790710-c2d5-417f-a912-46cdb6fba09a" providerId="ADAL" clId="{E76F20D7-B205-4045-873E-3BD99823FDF7}" dt="2026-08-19T14:20:23.288" v="203"/>
        <pc:sldMkLst>
          <pc:docMk/>
          <pc:sldMk cId="3425016058" sldId="311"/>
        </pc:sldMkLst>
      </pc:sldChg>
      <pc:sldChg chg="modSp add mod">
        <pc:chgData name="Bennett Turner" userId="ac790710-c2d5-417f-a912-46cdb6fba09a" providerId="ADAL" clId="{E76F20D7-B205-4045-873E-3BD99823FDF7}" dt="2026-08-19T18:13:52.847" v="3328" actId="20577"/>
        <pc:sldMkLst>
          <pc:docMk/>
          <pc:sldMk cId="1243613551" sldId="312"/>
        </pc:sldMkLst>
        <pc:spChg chg="mod">
          <ac:chgData name="Bennett Turner" userId="ac790710-c2d5-417f-a912-46cdb6fba09a" providerId="ADAL" clId="{E76F20D7-B205-4045-873E-3BD99823FDF7}" dt="2026-08-19T14:22:05.641" v="241" actId="20577"/>
          <ac:spMkLst>
            <pc:docMk/>
            <pc:sldMk cId="1243613551" sldId="312"/>
            <ac:spMk id="3" creationId="{00000000-0000-0000-0000-000000000000}"/>
          </ac:spMkLst>
        </pc:spChg>
        <pc:spChg chg="mod">
          <ac:chgData name="Bennett Turner" userId="ac790710-c2d5-417f-a912-46cdb6fba09a" providerId="ADAL" clId="{E76F20D7-B205-4045-873E-3BD99823FDF7}" dt="2026-08-19T16:13:32.903" v="1358" actId="20577"/>
          <ac:spMkLst>
            <pc:docMk/>
            <pc:sldMk cId="1243613551" sldId="312"/>
            <ac:spMk id="10" creationId="{00000000-0000-0000-0000-000000000000}"/>
          </ac:spMkLst>
        </pc:spChg>
        <pc:spChg chg="mod">
          <ac:chgData name="Bennett Turner" userId="ac790710-c2d5-417f-a912-46cdb6fba09a" providerId="ADAL" clId="{E76F20D7-B205-4045-873E-3BD99823FDF7}" dt="2026-08-19T16:13:21.069" v="1353" actId="20577"/>
          <ac:spMkLst>
            <pc:docMk/>
            <pc:sldMk cId="1243613551" sldId="312"/>
            <ac:spMk id="15" creationId="{00000000-0000-0000-0000-000000000000}"/>
          </ac:spMkLst>
        </pc:spChg>
        <pc:spChg chg="mod">
          <ac:chgData name="Bennett Turner" userId="ac790710-c2d5-417f-a912-46cdb6fba09a" providerId="ADAL" clId="{E76F20D7-B205-4045-873E-3BD99823FDF7}" dt="2026-08-19T16:13:53.391" v="1375" actId="20577"/>
          <ac:spMkLst>
            <pc:docMk/>
            <pc:sldMk cId="1243613551" sldId="312"/>
            <ac:spMk id="20" creationId="{00000000-0000-0000-0000-000000000000}"/>
          </ac:spMkLst>
        </pc:spChg>
        <pc:spChg chg="mod">
          <ac:chgData name="Bennett Turner" userId="ac790710-c2d5-417f-a912-46cdb6fba09a" providerId="ADAL" clId="{E76F20D7-B205-4045-873E-3BD99823FDF7}" dt="2026-08-19T18:13:52.847" v="3328" actId="20577"/>
          <ac:spMkLst>
            <pc:docMk/>
            <pc:sldMk cId="1243613551" sldId="312"/>
            <ac:spMk id="25" creationId="{00000000-0000-0000-0000-000000000000}"/>
          </ac:spMkLst>
        </pc:spChg>
        <pc:spChg chg="mod">
          <ac:chgData name="Bennett Turner" userId="ac790710-c2d5-417f-a912-46cdb6fba09a" providerId="ADAL" clId="{E76F20D7-B205-4045-873E-3BD99823FDF7}" dt="2026-08-19T17:14:26.706" v="3111"/>
          <ac:spMkLst>
            <pc:docMk/>
            <pc:sldMk cId="1243613551" sldId="312"/>
            <ac:spMk id="27" creationId="{00000000-0000-0000-0000-000000000000}"/>
          </ac:spMkLst>
        </pc:spChg>
      </pc:sldChg>
      <pc:sldChg chg="add del">
        <pc:chgData name="Bennett Turner" userId="ac790710-c2d5-417f-a912-46cdb6fba09a" providerId="ADAL" clId="{E76F20D7-B205-4045-873E-3BD99823FDF7}" dt="2026-08-19T14:23:33.042" v="243"/>
        <pc:sldMkLst>
          <pc:docMk/>
          <pc:sldMk cId="2069760214" sldId="313"/>
        </pc:sldMkLst>
      </pc:sldChg>
      <pc:sldChg chg="addSp delSp modSp add mod">
        <pc:chgData name="Bennett Turner" userId="ac790710-c2d5-417f-a912-46cdb6fba09a" providerId="ADAL" clId="{E76F20D7-B205-4045-873E-3BD99823FDF7}" dt="2026-08-19T17:18:23.853" v="3201"/>
        <pc:sldMkLst>
          <pc:docMk/>
          <pc:sldMk cId="3815176520" sldId="314"/>
        </pc:sldMkLst>
        <pc:spChg chg="mod">
          <ac:chgData name="Bennett Turner" userId="ac790710-c2d5-417f-a912-46cdb6fba09a" providerId="ADAL" clId="{E76F20D7-B205-4045-873E-3BD99823FDF7}" dt="2026-08-19T16:16:34.743" v="1519" actId="1036"/>
          <ac:spMkLst>
            <pc:docMk/>
            <pc:sldMk cId="3815176520" sldId="314"/>
            <ac:spMk id="5" creationId="{00000000-0000-0000-0000-000000000000}"/>
          </ac:spMkLst>
        </pc:spChg>
        <pc:spChg chg="mod">
          <ac:chgData name="Bennett Turner" userId="ac790710-c2d5-417f-a912-46cdb6fba09a" providerId="ADAL" clId="{E76F20D7-B205-4045-873E-3BD99823FDF7}" dt="2026-08-19T16:21:18.051" v="1802" actId="207"/>
          <ac:spMkLst>
            <pc:docMk/>
            <pc:sldMk cId="3815176520" sldId="314"/>
            <ac:spMk id="7" creationId="{00000000-0000-0000-0000-000000000000}"/>
          </ac:spMkLst>
        </pc:spChg>
        <pc:spChg chg="mod">
          <ac:chgData name="Bennett Turner" userId="ac790710-c2d5-417f-a912-46cdb6fba09a" providerId="ADAL" clId="{E76F20D7-B205-4045-873E-3BD99823FDF7}" dt="2026-08-19T16:21:14.001" v="1794" actId="207"/>
          <ac:spMkLst>
            <pc:docMk/>
            <pc:sldMk cId="3815176520" sldId="314"/>
            <ac:spMk id="8" creationId="{00000000-0000-0000-0000-000000000000}"/>
          </ac:spMkLst>
        </pc:spChg>
        <pc:spChg chg="mod">
          <ac:chgData name="Bennett Turner" userId="ac790710-c2d5-417f-a912-46cdb6fba09a" providerId="ADAL" clId="{E76F20D7-B205-4045-873E-3BD99823FDF7}" dt="2026-08-19T16:17:02.091" v="1560" actId="404"/>
          <ac:spMkLst>
            <pc:docMk/>
            <pc:sldMk cId="3815176520" sldId="314"/>
            <ac:spMk id="9" creationId="{00000000-0000-0000-0000-000000000000}"/>
          </ac:spMkLst>
        </pc:spChg>
        <pc:spChg chg="mod">
          <ac:chgData name="Bennett Turner" userId="ac790710-c2d5-417f-a912-46cdb6fba09a" providerId="ADAL" clId="{E76F20D7-B205-4045-873E-3BD99823FDF7}" dt="2026-08-19T16:21:17.385" v="1801" actId="207"/>
          <ac:spMkLst>
            <pc:docMk/>
            <pc:sldMk cId="3815176520" sldId="314"/>
            <ac:spMk id="12" creationId="{00000000-0000-0000-0000-000000000000}"/>
          </ac:spMkLst>
        </pc:spChg>
        <pc:spChg chg="mod">
          <ac:chgData name="Bennett Turner" userId="ac790710-c2d5-417f-a912-46cdb6fba09a" providerId="ADAL" clId="{E76F20D7-B205-4045-873E-3BD99823FDF7}" dt="2026-08-19T16:21:13.722" v="1793" actId="207"/>
          <ac:spMkLst>
            <pc:docMk/>
            <pc:sldMk cId="3815176520" sldId="314"/>
            <ac:spMk id="13" creationId="{00000000-0000-0000-0000-000000000000}"/>
          </ac:spMkLst>
        </pc:spChg>
        <pc:spChg chg="mod">
          <ac:chgData name="Bennett Turner" userId="ac790710-c2d5-417f-a912-46cdb6fba09a" providerId="ADAL" clId="{E76F20D7-B205-4045-873E-3BD99823FDF7}" dt="2026-08-19T16:17:02.091" v="1560" actId="404"/>
          <ac:spMkLst>
            <pc:docMk/>
            <pc:sldMk cId="3815176520" sldId="314"/>
            <ac:spMk id="14" creationId="{00000000-0000-0000-0000-000000000000}"/>
          </ac:spMkLst>
        </pc:spChg>
        <pc:spChg chg="mod">
          <ac:chgData name="Bennett Turner" userId="ac790710-c2d5-417f-a912-46cdb6fba09a" providerId="ADAL" clId="{E76F20D7-B205-4045-873E-3BD99823FDF7}" dt="2026-08-19T16:16:24.385" v="1503" actId="1036"/>
          <ac:spMkLst>
            <pc:docMk/>
            <pc:sldMk cId="3815176520" sldId="314"/>
            <ac:spMk id="15" creationId="{00000000-0000-0000-0000-000000000000}"/>
          </ac:spMkLst>
        </pc:spChg>
        <pc:spChg chg="mod">
          <ac:chgData name="Bennett Turner" userId="ac790710-c2d5-417f-a912-46cdb6fba09a" providerId="ADAL" clId="{E76F20D7-B205-4045-873E-3BD99823FDF7}" dt="2026-08-19T16:21:35.171" v="1804" actId="207"/>
          <ac:spMkLst>
            <pc:docMk/>
            <pc:sldMk cId="3815176520" sldId="314"/>
            <ac:spMk id="17" creationId="{00000000-0000-0000-0000-000000000000}"/>
          </ac:spMkLst>
        </pc:spChg>
        <pc:spChg chg="mod">
          <ac:chgData name="Bennett Turner" userId="ac790710-c2d5-417f-a912-46cdb6fba09a" providerId="ADAL" clId="{E76F20D7-B205-4045-873E-3BD99823FDF7}" dt="2026-08-19T16:16:24.385" v="1503" actId="1036"/>
          <ac:spMkLst>
            <pc:docMk/>
            <pc:sldMk cId="3815176520" sldId="314"/>
            <ac:spMk id="18" creationId="{00000000-0000-0000-0000-000000000000}"/>
          </ac:spMkLst>
        </pc:spChg>
        <pc:spChg chg="mod">
          <ac:chgData name="Bennett Turner" userId="ac790710-c2d5-417f-a912-46cdb6fba09a" providerId="ADAL" clId="{E76F20D7-B205-4045-873E-3BD99823FDF7}" dt="2026-08-19T16:17:02.091" v="1560" actId="404"/>
          <ac:spMkLst>
            <pc:docMk/>
            <pc:sldMk cId="3815176520" sldId="314"/>
            <ac:spMk id="19" creationId="{00000000-0000-0000-0000-000000000000}"/>
          </ac:spMkLst>
        </pc:spChg>
        <pc:spChg chg="mod">
          <ac:chgData name="Bennett Turner" userId="ac790710-c2d5-417f-a912-46cdb6fba09a" providerId="ADAL" clId="{E76F20D7-B205-4045-873E-3BD99823FDF7}" dt="2026-08-19T16:16:24.385" v="1503" actId="1036"/>
          <ac:spMkLst>
            <pc:docMk/>
            <pc:sldMk cId="3815176520" sldId="314"/>
            <ac:spMk id="20" creationId="{00000000-0000-0000-0000-000000000000}"/>
          </ac:spMkLst>
        </pc:spChg>
        <pc:spChg chg="mod">
          <ac:chgData name="Bennett Turner" userId="ac790710-c2d5-417f-a912-46cdb6fba09a" providerId="ADAL" clId="{E76F20D7-B205-4045-873E-3BD99823FDF7}" dt="2026-08-19T16:21:15.236" v="1798" actId="207"/>
          <ac:spMkLst>
            <pc:docMk/>
            <pc:sldMk cId="3815176520" sldId="314"/>
            <ac:spMk id="21" creationId="{00000000-0000-0000-0000-000000000000}"/>
          </ac:spMkLst>
        </pc:spChg>
        <pc:spChg chg="mod topLvl">
          <ac:chgData name="Bennett Turner" userId="ac790710-c2d5-417f-a912-46cdb6fba09a" providerId="ADAL" clId="{E76F20D7-B205-4045-873E-3BD99823FDF7}" dt="2026-08-19T16:21:14.624" v="1796" actId="207"/>
          <ac:spMkLst>
            <pc:docMk/>
            <pc:sldMk cId="3815176520" sldId="314"/>
            <ac:spMk id="22" creationId="{00000000-0000-0000-0000-000000000000}"/>
          </ac:spMkLst>
        </pc:spChg>
        <pc:spChg chg="mod">
          <ac:chgData name="Bennett Turner" userId="ac790710-c2d5-417f-a912-46cdb6fba09a" providerId="ADAL" clId="{E76F20D7-B205-4045-873E-3BD99823FDF7}" dt="2026-08-19T17:18:23.853" v="3201"/>
          <ac:spMkLst>
            <pc:docMk/>
            <pc:sldMk cId="3815176520" sldId="314"/>
            <ac:spMk id="23" creationId="{00000000-0000-0000-0000-000000000000}"/>
          </ac:spMkLst>
        </pc:spChg>
        <pc:spChg chg="mod">
          <ac:chgData name="Bennett Turner" userId="ac790710-c2d5-417f-a912-46cdb6fba09a" providerId="ADAL" clId="{E76F20D7-B205-4045-873E-3BD99823FDF7}" dt="2026-08-19T17:13:47.943" v="3067"/>
          <ac:spMkLst>
            <pc:docMk/>
            <pc:sldMk cId="3815176520" sldId="314"/>
            <ac:spMk id="25" creationId="{00000000-0000-0000-0000-000000000000}"/>
          </ac:spMkLst>
        </pc:spChg>
        <pc:spChg chg="add del">
          <ac:chgData name="Bennett Turner" userId="ac790710-c2d5-417f-a912-46cdb6fba09a" providerId="ADAL" clId="{E76F20D7-B205-4045-873E-3BD99823FDF7}" dt="2026-08-19T16:17:39.119" v="1564" actId="22"/>
          <ac:spMkLst>
            <pc:docMk/>
            <pc:sldMk cId="3815176520" sldId="314"/>
            <ac:spMk id="28" creationId="{D14A1951-B9D5-EFE9-8225-36040190DE14}"/>
          </ac:spMkLst>
        </pc:spChg>
        <pc:spChg chg="add mod topLvl">
          <ac:chgData name="Bennett Turner" userId="ac790710-c2d5-417f-a912-46cdb6fba09a" providerId="ADAL" clId="{E76F20D7-B205-4045-873E-3BD99823FDF7}" dt="2026-08-19T16:21:14.313" v="1795" actId="207"/>
          <ac:spMkLst>
            <pc:docMk/>
            <pc:sldMk cId="3815176520" sldId="314"/>
            <ac:spMk id="30" creationId="{CDA4CA31-1EC4-CB14-C146-D8794D423479}"/>
          </ac:spMkLst>
        </pc:spChg>
        <pc:grpChg chg="add del mod">
          <ac:chgData name="Bennett Turner" userId="ac790710-c2d5-417f-a912-46cdb6fba09a" providerId="ADAL" clId="{E76F20D7-B205-4045-873E-3BD99823FDF7}" dt="2026-08-19T16:18:51.951" v="1677" actId="165"/>
          <ac:grpSpMkLst>
            <pc:docMk/>
            <pc:sldMk cId="3815176520" sldId="314"/>
            <ac:grpSpMk id="31" creationId="{965CF4C2-68EA-94B9-0A97-1C86C1EA12F7}"/>
          </ac:grpSpMkLst>
        </pc:grpChg>
        <pc:grpChg chg="add mod">
          <ac:chgData name="Bennett Turner" userId="ac790710-c2d5-417f-a912-46cdb6fba09a" providerId="ADAL" clId="{E76F20D7-B205-4045-873E-3BD99823FDF7}" dt="2026-08-19T16:19:28.381" v="1773" actId="12788"/>
          <ac:grpSpMkLst>
            <pc:docMk/>
            <pc:sldMk cId="3815176520" sldId="314"/>
            <ac:grpSpMk id="32" creationId="{7D6AA5F6-8202-81BE-F03D-F6EA4FFDA1ED}"/>
          </ac:grpSpMkLst>
        </pc:grpChg>
      </pc:sldChg>
      <pc:sldChg chg="addSp modSp add mod">
        <pc:chgData name="Bennett Turner" userId="ac790710-c2d5-417f-a912-46cdb6fba09a" providerId="ADAL" clId="{E76F20D7-B205-4045-873E-3BD99823FDF7}" dt="2026-08-19T17:18:23.854" v="3208"/>
        <pc:sldMkLst>
          <pc:docMk/>
          <pc:sldMk cId="2229578226" sldId="315"/>
        </pc:sldMkLst>
        <pc:spChg chg="mod">
          <ac:chgData name="Bennett Turner" userId="ac790710-c2d5-417f-a912-46cdb6fba09a" providerId="ADAL" clId="{E76F20D7-B205-4045-873E-3BD99823FDF7}" dt="2026-08-19T15:31:17.671" v="840" actId="20577"/>
          <ac:spMkLst>
            <pc:docMk/>
            <pc:sldMk cId="2229578226" sldId="315"/>
            <ac:spMk id="4" creationId="{00000000-0000-0000-0000-000000000000}"/>
          </ac:spMkLst>
        </pc:spChg>
        <pc:spChg chg="mod">
          <ac:chgData name="Bennett Turner" userId="ac790710-c2d5-417f-a912-46cdb6fba09a" providerId="ADAL" clId="{E76F20D7-B205-4045-873E-3BD99823FDF7}" dt="2026-08-19T16:19:49.256" v="1781" actId="20577"/>
          <ac:spMkLst>
            <pc:docMk/>
            <pc:sldMk cId="2229578226" sldId="315"/>
            <ac:spMk id="6" creationId="{62DC941B-96F1-F26E-5E40-3BAE66296AB0}"/>
          </ac:spMkLst>
        </pc:spChg>
        <pc:spChg chg="add mod">
          <ac:chgData name="Bennett Turner" userId="ac790710-c2d5-417f-a912-46cdb6fba09a" providerId="ADAL" clId="{E76F20D7-B205-4045-873E-3BD99823FDF7}" dt="2026-08-19T17:13:59.139" v="3108" actId="14100"/>
          <ac:spMkLst>
            <pc:docMk/>
            <pc:sldMk cId="2229578226" sldId="315"/>
            <ac:spMk id="8" creationId="{89509409-58D8-7EE2-E1BB-02503797ECD8}"/>
          </ac:spMkLst>
        </pc:spChg>
        <pc:spChg chg="add mod">
          <ac:chgData name="Bennett Turner" userId="ac790710-c2d5-417f-a912-46cdb6fba09a" providerId="ADAL" clId="{E76F20D7-B205-4045-873E-3BD99823FDF7}" dt="2026-08-19T14:25:48.414" v="281" actId="12789"/>
          <ac:spMkLst>
            <pc:docMk/>
            <pc:sldMk cId="2229578226" sldId="315"/>
            <ac:spMk id="12" creationId="{834DA999-C5B3-06C5-7E64-D052DB1ACA6F}"/>
          </ac:spMkLst>
        </pc:spChg>
        <pc:spChg chg="mod">
          <ac:chgData name="Bennett Turner" userId="ac790710-c2d5-417f-a912-46cdb6fba09a" providerId="ADAL" clId="{E76F20D7-B205-4045-873E-3BD99823FDF7}" dt="2026-08-19T14:25:48.414" v="281" actId="12789"/>
          <ac:spMkLst>
            <pc:docMk/>
            <pc:sldMk cId="2229578226" sldId="315"/>
            <ac:spMk id="16" creationId="{00000000-0000-0000-0000-000000000000}"/>
          </ac:spMkLst>
        </pc:spChg>
        <pc:spChg chg="mod">
          <ac:chgData name="Bennett Turner" userId="ac790710-c2d5-417f-a912-46cdb6fba09a" providerId="ADAL" clId="{E76F20D7-B205-4045-873E-3BD99823FDF7}" dt="2026-08-19T17:18:23.854" v="3208"/>
          <ac:spMkLst>
            <pc:docMk/>
            <pc:sldMk cId="2229578226" sldId="315"/>
            <ac:spMk id="19" creationId="{00000000-0000-0000-0000-000000000000}"/>
          </ac:spMkLst>
        </pc:spChg>
        <pc:spChg chg="mod">
          <ac:chgData name="Bennett Turner" userId="ac790710-c2d5-417f-a912-46cdb6fba09a" providerId="ADAL" clId="{E76F20D7-B205-4045-873E-3BD99823FDF7}" dt="2026-08-19T17:13:49.206" v="3075"/>
          <ac:spMkLst>
            <pc:docMk/>
            <pc:sldMk cId="2229578226" sldId="315"/>
            <ac:spMk id="21" creationId="{00000000-0000-0000-0000-000000000000}"/>
          </ac:spMkLst>
        </pc:spChg>
        <pc:graphicFrameChg chg="mod">
          <ac:chgData name="Bennett Turner" userId="ac790710-c2d5-417f-a912-46cdb6fba09a" providerId="ADAL" clId="{E76F20D7-B205-4045-873E-3BD99823FDF7}" dt="2026-08-19T16:21:38.411" v="1805" actId="207"/>
          <ac:graphicFrameMkLst>
            <pc:docMk/>
            <pc:sldMk cId="2229578226" sldId="315"/>
            <ac:graphicFrameMk id="92" creationId="{00000000-0000-0000-0000-000000000000}"/>
          </ac:graphicFrameMkLst>
        </pc:graphicFrameChg>
      </pc:sldChg>
      <pc:sldChg chg="add del">
        <pc:chgData name="Bennett Turner" userId="ac790710-c2d5-417f-a912-46cdb6fba09a" providerId="ADAL" clId="{E76F20D7-B205-4045-873E-3BD99823FDF7}" dt="2026-08-19T14:28:36.891" v="283"/>
        <pc:sldMkLst>
          <pc:docMk/>
          <pc:sldMk cId="182223055" sldId="316"/>
        </pc:sldMkLst>
      </pc:sldChg>
      <pc:sldChg chg="addSp delSp modSp add del mod">
        <pc:chgData name="Bennett Turner" userId="ac790710-c2d5-417f-a912-46cdb6fba09a" providerId="ADAL" clId="{E76F20D7-B205-4045-873E-3BD99823FDF7}" dt="2026-08-19T17:01:02.129" v="2878"/>
        <pc:sldMkLst>
          <pc:docMk/>
          <pc:sldMk cId="174157834" sldId="317"/>
        </pc:sldMkLst>
        <pc:spChg chg="mod">
          <ac:chgData name="Bennett Turner" userId="ac790710-c2d5-417f-a912-46cdb6fba09a" providerId="ADAL" clId="{E76F20D7-B205-4045-873E-3BD99823FDF7}" dt="2026-08-19T15:47:40.091" v="1150" actId="20577"/>
          <ac:spMkLst>
            <pc:docMk/>
            <pc:sldMk cId="174157834" sldId="317"/>
            <ac:spMk id="4" creationId="{00000000-0000-0000-0000-000000000000}"/>
          </ac:spMkLst>
        </pc:spChg>
        <pc:spChg chg="mod">
          <ac:chgData name="Bennett Turner" userId="ac790710-c2d5-417f-a912-46cdb6fba09a" providerId="ADAL" clId="{E76F20D7-B205-4045-873E-3BD99823FDF7}" dt="2026-08-19T17:00:48.691" v="2853"/>
          <ac:spMkLst>
            <pc:docMk/>
            <pc:sldMk cId="174157834" sldId="317"/>
            <ac:spMk id="6" creationId="{00000000-0000-0000-0000-000000000000}"/>
          </ac:spMkLst>
        </pc:spChg>
        <pc:spChg chg="mod">
          <ac:chgData name="Bennett Turner" userId="ac790710-c2d5-417f-a912-46cdb6fba09a" providerId="ADAL" clId="{E76F20D7-B205-4045-873E-3BD99823FDF7}" dt="2026-08-19T17:00:48.691" v="2854"/>
          <ac:spMkLst>
            <pc:docMk/>
            <pc:sldMk cId="174157834" sldId="317"/>
            <ac:spMk id="7" creationId="{00000000-0000-0000-0000-000000000000}"/>
          </ac:spMkLst>
        </pc:spChg>
        <pc:spChg chg="mod">
          <ac:chgData name="Bennett Turner" userId="ac790710-c2d5-417f-a912-46cdb6fba09a" providerId="ADAL" clId="{E76F20D7-B205-4045-873E-3BD99823FDF7}" dt="2026-08-19T17:00:48.691" v="2856"/>
          <ac:spMkLst>
            <pc:docMk/>
            <pc:sldMk cId="174157834" sldId="317"/>
            <ac:spMk id="8" creationId="{00000000-0000-0000-0000-000000000000}"/>
          </ac:spMkLst>
        </pc:spChg>
        <pc:spChg chg="mod">
          <ac:chgData name="Bennett Turner" userId="ac790710-c2d5-417f-a912-46cdb6fba09a" providerId="ADAL" clId="{E76F20D7-B205-4045-873E-3BD99823FDF7}" dt="2026-08-19T17:00:48.691" v="2857"/>
          <ac:spMkLst>
            <pc:docMk/>
            <pc:sldMk cId="174157834" sldId="317"/>
            <ac:spMk id="9" creationId="{00000000-0000-0000-0000-000000000000}"/>
          </ac:spMkLst>
        </pc:spChg>
        <pc:spChg chg="mod">
          <ac:chgData name="Bennett Turner" userId="ac790710-c2d5-417f-a912-46cdb6fba09a" providerId="ADAL" clId="{E76F20D7-B205-4045-873E-3BD99823FDF7}" dt="2026-08-19T17:00:48.693" v="2858"/>
          <ac:spMkLst>
            <pc:docMk/>
            <pc:sldMk cId="174157834" sldId="317"/>
            <ac:spMk id="10" creationId="{00000000-0000-0000-0000-000000000000}"/>
          </ac:spMkLst>
        </pc:spChg>
        <pc:spChg chg="mod">
          <ac:chgData name="Bennett Turner" userId="ac790710-c2d5-417f-a912-46cdb6fba09a" providerId="ADAL" clId="{E76F20D7-B205-4045-873E-3BD99823FDF7}" dt="2026-08-19T17:00:48.693" v="2860"/>
          <ac:spMkLst>
            <pc:docMk/>
            <pc:sldMk cId="174157834" sldId="317"/>
            <ac:spMk id="11" creationId="{00000000-0000-0000-0000-000000000000}"/>
          </ac:spMkLst>
        </pc:spChg>
        <pc:spChg chg="mod">
          <ac:chgData name="Bennett Turner" userId="ac790710-c2d5-417f-a912-46cdb6fba09a" providerId="ADAL" clId="{E76F20D7-B205-4045-873E-3BD99823FDF7}" dt="2026-08-19T15:25:10.051" v="728" actId="20577"/>
          <ac:spMkLst>
            <pc:docMk/>
            <pc:sldMk cId="174157834" sldId="317"/>
            <ac:spMk id="13" creationId="{00000000-0000-0000-0000-000000000000}"/>
          </ac:spMkLst>
        </pc:spChg>
        <pc:spChg chg="mod">
          <ac:chgData name="Bennett Turner" userId="ac790710-c2d5-417f-a912-46cdb6fba09a" providerId="ADAL" clId="{E76F20D7-B205-4045-873E-3BD99823FDF7}" dt="2026-08-19T15:24:25.081" v="690" actId="1036"/>
          <ac:spMkLst>
            <pc:docMk/>
            <pc:sldMk cId="174157834" sldId="317"/>
            <ac:spMk id="14" creationId="{00000000-0000-0000-0000-000000000000}"/>
          </ac:spMkLst>
        </pc:spChg>
        <pc:spChg chg="mod">
          <ac:chgData name="Bennett Turner" userId="ac790710-c2d5-417f-a912-46cdb6fba09a" providerId="ADAL" clId="{E76F20D7-B205-4045-873E-3BD99823FDF7}" dt="2026-08-19T15:24:25.081" v="690" actId="1036"/>
          <ac:spMkLst>
            <pc:docMk/>
            <pc:sldMk cId="174157834" sldId="317"/>
            <ac:spMk id="15" creationId="{00000000-0000-0000-0000-000000000000}"/>
          </ac:spMkLst>
        </pc:spChg>
        <pc:spChg chg="add mod">
          <ac:chgData name="Bennett Turner" userId="ac790710-c2d5-417f-a912-46cdb6fba09a" providerId="ADAL" clId="{E76F20D7-B205-4045-873E-3BD99823FDF7}" dt="2026-08-19T17:00:48.701" v="2864"/>
          <ac:spMkLst>
            <pc:docMk/>
            <pc:sldMk cId="174157834" sldId="317"/>
            <ac:spMk id="16" creationId="{2197DEF1-1DFA-428B-8E8E-DE77118C8462}"/>
          </ac:spMkLst>
        </pc:spChg>
        <pc:spChg chg="del mod">
          <ac:chgData name="Bennett Turner" userId="ac790710-c2d5-417f-a912-46cdb6fba09a" providerId="ADAL" clId="{E76F20D7-B205-4045-873E-3BD99823FDF7}" dt="2026-08-19T14:32:07.099" v="297" actId="478"/>
          <ac:spMkLst>
            <pc:docMk/>
            <pc:sldMk cId="174157834" sldId="317"/>
            <ac:spMk id="16" creationId="{EE7F9611-C36A-4F39-B777-3CE938719241}"/>
          </ac:spMkLst>
        </pc:spChg>
        <pc:spChg chg="add mod">
          <ac:chgData name="Bennett Turner" userId="ac790710-c2d5-417f-a912-46cdb6fba09a" providerId="ADAL" clId="{E76F20D7-B205-4045-873E-3BD99823FDF7}" dt="2026-08-19T17:00:48.703" v="2873"/>
          <ac:spMkLst>
            <pc:docMk/>
            <pc:sldMk cId="174157834" sldId="317"/>
            <ac:spMk id="19" creationId="{63C79E68-4924-4A5D-A99C-62C55F582DBA}"/>
          </ac:spMkLst>
        </pc:spChg>
        <pc:spChg chg="del">
          <ac:chgData name="Bennett Turner" userId="ac790710-c2d5-417f-a912-46cdb6fba09a" providerId="ADAL" clId="{E76F20D7-B205-4045-873E-3BD99823FDF7}" dt="2026-08-19T15:32:20.514" v="887" actId="478"/>
          <ac:spMkLst>
            <pc:docMk/>
            <pc:sldMk cId="174157834" sldId="317"/>
            <ac:spMk id="19" creationId="{7997AED0-2692-63B8-39E7-A8BFCFA38A87}"/>
          </ac:spMkLst>
        </pc:spChg>
        <pc:spChg chg="add mod">
          <ac:chgData name="Bennett Turner" userId="ac790710-c2d5-417f-a912-46cdb6fba09a" providerId="ADAL" clId="{E76F20D7-B205-4045-873E-3BD99823FDF7}" dt="2026-08-19T17:00:48.703" v="2876"/>
          <ac:spMkLst>
            <pc:docMk/>
            <pc:sldMk cId="174157834" sldId="317"/>
            <ac:spMk id="20" creationId="{E5E82799-F031-44B6-B761-1FCD054B21E5}"/>
          </ac:spMkLst>
        </pc:spChg>
        <pc:graphicFrameChg chg="mod">
          <ac:chgData name="Bennett Turner" userId="ac790710-c2d5-417f-a912-46cdb6fba09a" providerId="ADAL" clId="{E76F20D7-B205-4045-873E-3BD99823FDF7}" dt="2026-08-19T15:26:10.762" v="739" actId="20577"/>
          <ac:graphicFrameMkLst>
            <pc:docMk/>
            <pc:sldMk cId="174157834" sldId="317"/>
            <ac:graphicFrameMk id="91" creationId="{00000000-0000-0000-0000-000000000000}"/>
          </ac:graphicFrameMkLst>
        </pc:graphicFrameChg>
      </pc:sldChg>
      <pc:sldChg chg="delSp add del mod">
        <pc:chgData name="Bennett Turner" userId="ac790710-c2d5-417f-a912-46cdb6fba09a" providerId="ADAL" clId="{E76F20D7-B205-4045-873E-3BD99823FDF7}" dt="2026-08-19T15:52:35.545" v="1164"/>
        <pc:sldMkLst>
          <pc:docMk/>
          <pc:sldMk cId="350521387" sldId="318"/>
        </pc:sldMkLst>
        <pc:spChg chg="del">
          <ac:chgData name="Bennett Turner" userId="ac790710-c2d5-417f-a912-46cdb6fba09a" providerId="ADAL" clId="{E76F20D7-B205-4045-873E-3BD99823FDF7}" dt="2026-08-19T14:57:57.690" v="559" actId="478"/>
          <ac:spMkLst>
            <pc:docMk/>
            <pc:sldMk cId="350521387" sldId="318"/>
            <ac:spMk id="8" creationId="{3184F5AC-7FCF-B7EB-B804-7ED1DBE9564E}"/>
          </ac:spMkLst>
        </pc:spChg>
      </pc:sldChg>
      <pc:sldChg chg="add del">
        <pc:chgData name="Bennett Turner" userId="ac790710-c2d5-417f-a912-46cdb6fba09a" providerId="ADAL" clId="{E76F20D7-B205-4045-873E-3BD99823FDF7}" dt="2026-08-19T14:35:48.221" v="299"/>
        <pc:sldMkLst>
          <pc:docMk/>
          <pc:sldMk cId="1095541804" sldId="319"/>
        </pc:sldMkLst>
      </pc:sldChg>
      <pc:sldChg chg="modSp add del mod">
        <pc:chgData name="Bennett Turner" userId="ac790710-c2d5-417f-a912-46cdb6fba09a" providerId="ADAL" clId="{E76F20D7-B205-4045-873E-3BD99823FDF7}" dt="2026-08-19T15:38:36.933" v="947"/>
        <pc:sldMkLst>
          <pc:docMk/>
          <pc:sldMk cId="2701699132" sldId="320"/>
        </pc:sldMkLst>
        <pc:spChg chg="mod">
          <ac:chgData name="Bennett Turner" userId="ac790710-c2d5-417f-a912-46cdb6fba09a" providerId="ADAL" clId="{E76F20D7-B205-4045-873E-3BD99823FDF7}" dt="2026-08-19T15:37:05.501" v="945" actId="20577"/>
          <ac:spMkLst>
            <pc:docMk/>
            <pc:sldMk cId="2701699132" sldId="320"/>
            <ac:spMk id="11" creationId="{3D1DB569-26A8-46EA-8EE7-C8FB211D57AB}"/>
          </ac:spMkLst>
        </pc:spChg>
        <pc:spChg chg="mod">
          <ac:chgData name="Bennett Turner" userId="ac790710-c2d5-417f-a912-46cdb6fba09a" providerId="ADAL" clId="{E76F20D7-B205-4045-873E-3BD99823FDF7}" dt="2026-08-19T15:35:31.281" v="939" actId="20577"/>
          <ac:spMkLst>
            <pc:docMk/>
            <pc:sldMk cId="2701699132" sldId="320"/>
            <ac:spMk id="12" creationId="{54610266-56EA-45C1-B4C1-76599372FC6D}"/>
          </ac:spMkLst>
        </pc:spChg>
        <pc:spChg chg="mod">
          <ac:chgData name="Bennett Turner" userId="ac790710-c2d5-417f-a912-46cdb6fba09a" providerId="ADAL" clId="{E76F20D7-B205-4045-873E-3BD99823FDF7}" dt="2026-08-19T15:37:02.493" v="943" actId="20577"/>
          <ac:spMkLst>
            <pc:docMk/>
            <pc:sldMk cId="2701699132" sldId="320"/>
            <ac:spMk id="13" creationId="{230AE36C-16FA-4CD8-AAD3-1C9E1E1AA03B}"/>
          </ac:spMkLst>
        </pc:spChg>
        <pc:spChg chg="mod">
          <ac:chgData name="Bennett Turner" userId="ac790710-c2d5-417f-a912-46cdb6fba09a" providerId="ADAL" clId="{E76F20D7-B205-4045-873E-3BD99823FDF7}" dt="2026-08-19T15:03:04.808" v="668" actId="20577"/>
          <ac:spMkLst>
            <pc:docMk/>
            <pc:sldMk cId="2701699132" sldId="320"/>
            <ac:spMk id="20" creationId="{00000000-0000-0000-0000-000000000000}"/>
          </ac:spMkLst>
        </pc:spChg>
      </pc:sldChg>
      <pc:sldChg chg="add del">
        <pc:chgData name="Bennett Turner" userId="ac790710-c2d5-417f-a912-46cdb6fba09a" providerId="ADAL" clId="{E76F20D7-B205-4045-873E-3BD99823FDF7}" dt="2026-08-19T15:52:52.413" v="1191"/>
        <pc:sldMkLst>
          <pc:docMk/>
          <pc:sldMk cId="2663409567" sldId="321"/>
        </pc:sldMkLst>
      </pc:sldChg>
      <pc:sldChg chg="add del">
        <pc:chgData name="Bennett Turner" userId="ac790710-c2d5-417f-a912-46cdb6fba09a" providerId="ADAL" clId="{E76F20D7-B205-4045-873E-3BD99823FDF7}" dt="2026-08-19T15:53:00.371" v="1200"/>
        <pc:sldMkLst>
          <pc:docMk/>
          <pc:sldMk cId="2601212129" sldId="322"/>
        </pc:sldMkLst>
      </pc:sldChg>
      <pc:sldChg chg="modSp add mod">
        <pc:chgData name="Bennett Turner" userId="ac790710-c2d5-417f-a912-46cdb6fba09a" providerId="ADAL" clId="{E76F20D7-B205-4045-873E-3BD99823FDF7}" dt="2026-08-19T17:14:27.141" v="3112"/>
        <pc:sldMkLst>
          <pc:docMk/>
          <pc:sldMk cId="512519807" sldId="323"/>
        </pc:sldMkLst>
        <pc:spChg chg="mod">
          <ac:chgData name="Bennett Turner" userId="ac790710-c2d5-417f-a912-46cdb6fba09a" providerId="ADAL" clId="{E76F20D7-B205-4045-873E-3BD99823FDF7}" dt="2026-08-19T17:09:56.651" v="3050"/>
          <ac:spMkLst>
            <pc:docMk/>
            <pc:sldMk cId="512519807" sldId="323"/>
            <ac:spMk id="12" creationId="{00000000-0000-0000-0000-000000000000}"/>
          </ac:spMkLst>
        </pc:spChg>
        <pc:spChg chg="mod">
          <ac:chgData name="Bennett Turner" userId="ac790710-c2d5-417f-a912-46cdb6fba09a" providerId="ADAL" clId="{E76F20D7-B205-4045-873E-3BD99823FDF7}" dt="2026-08-19T17:14:27.141" v="3112"/>
          <ac:spMkLst>
            <pc:docMk/>
            <pc:sldMk cId="512519807" sldId="323"/>
            <ac:spMk id="20" creationId="{00000000-0000-0000-0000-000000000000}"/>
          </ac:spMkLst>
        </pc:spChg>
      </pc:sldChg>
      <pc:sldChg chg="modSp add del mod">
        <pc:chgData name="Bennett Turner" userId="ac790710-c2d5-417f-a912-46cdb6fba09a" providerId="ADAL" clId="{E76F20D7-B205-4045-873E-3BD99823FDF7}" dt="2026-08-19T15:33:48.846" v="889"/>
        <pc:sldMkLst>
          <pc:docMk/>
          <pc:sldMk cId="3381129809" sldId="324"/>
        </pc:sldMkLst>
        <pc:spChg chg="mod">
          <ac:chgData name="Bennett Turner" userId="ac790710-c2d5-417f-a912-46cdb6fba09a" providerId="ADAL" clId="{E76F20D7-B205-4045-873E-3BD99823FDF7}" dt="2026-08-19T14:29:08.841" v="291"/>
          <ac:spMkLst>
            <pc:docMk/>
            <pc:sldMk cId="3381129809" sldId="324"/>
            <ac:spMk id="21" creationId="{00000000-0000-0000-0000-000000000000}"/>
          </ac:spMkLst>
        </pc:spChg>
        <pc:spChg chg="mod">
          <ac:chgData name="Bennett Turner" userId="ac790710-c2d5-417f-a912-46cdb6fba09a" providerId="ADAL" clId="{E76F20D7-B205-4045-873E-3BD99823FDF7}" dt="2026-08-19T14:29:08.841" v="292"/>
          <ac:spMkLst>
            <pc:docMk/>
            <pc:sldMk cId="3381129809" sldId="324"/>
            <ac:spMk id="22" creationId="{00000000-0000-0000-0000-000000000000}"/>
          </ac:spMkLst>
        </pc:spChg>
        <pc:spChg chg="mod">
          <ac:chgData name="Bennett Turner" userId="ac790710-c2d5-417f-a912-46cdb6fba09a" providerId="ADAL" clId="{E76F20D7-B205-4045-873E-3BD99823FDF7}" dt="2026-08-19T14:29:08.841" v="293"/>
          <ac:spMkLst>
            <pc:docMk/>
            <pc:sldMk cId="3381129809" sldId="324"/>
            <ac:spMk id="23" creationId="{00000000-0000-0000-0000-000000000000}"/>
          </ac:spMkLst>
        </pc:spChg>
      </pc:sldChg>
      <pc:sldChg chg="add del">
        <pc:chgData name="Bennett Turner" userId="ac790710-c2d5-417f-a912-46cdb6fba09a" providerId="ADAL" clId="{E76F20D7-B205-4045-873E-3BD99823FDF7}" dt="2026-08-19T14:36:15.224" v="308"/>
        <pc:sldMkLst>
          <pc:docMk/>
          <pc:sldMk cId="4216463587" sldId="325"/>
        </pc:sldMkLst>
      </pc:sldChg>
      <pc:sldChg chg="add del">
        <pc:chgData name="Bennett Turner" userId="ac790710-c2d5-417f-a912-46cdb6fba09a" providerId="ADAL" clId="{E76F20D7-B205-4045-873E-3BD99823FDF7}" dt="2026-08-19T14:38:24.411" v="317"/>
        <pc:sldMkLst>
          <pc:docMk/>
          <pc:sldMk cId="296357848" sldId="326"/>
        </pc:sldMkLst>
      </pc:sldChg>
      <pc:sldChg chg="add del">
        <pc:chgData name="Bennett Turner" userId="ac790710-c2d5-417f-a912-46cdb6fba09a" providerId="ADAL" clId="{E76F20D7-B205-4045-873E-3BD99823FDF7}" dt="2026-08-19T14:38:59.911" v="326"/>
        <pc:sldMkLst>
          <pc:docMk/>
          <pc:sldMk cId="3913841190" sldId="327"/>
        </pc:sldMkLst>
      </pc:sldChg>
      <pc:sldChg chg="addSp modSp add del mod">
        <pc:chgData name="Bennett Turner" userId="ac790710-c2d5-417f-a912-46cdb6fba09a" providerId="ADAL" clId="{E76F20D7-B205-4045-873E-3BD99823FDF7}" dt="2026-08-19T15:27:45.641" v="754"/>
        <pc:sldMkLst>
          <pc:docMk/>
          <pc:sldMk cId="36119533" sldId="328"/>
        </pc:sldMkLst>
        <pc:spChg chg="mod">
          <ac:chgData name="Bennett Turner" userId="ac790710-c2d5-417f-a912-46cdb6fba09a" providerId="ADAL" clId="{E76F20D7-B205-4045-873E-3BD99823FDF7}" dt="2026-08-19T14:40:11.992" v="382" actId="1036"/>
          <ac:spMkLst>
            <pc:docMk/>
            <pc:sldMk cId="36119533" sldId="328"/>
            <ac:spMk id="7" creationId="{BB9C93D6-1A46-2B50-DE53-FCD7CA0D8306}"/>
          </ac:spMkLst>
        </pc:spChg>
        <pc:spChg chg="add mod">
          <ac:chgData name="Bennett Turner" userId="ac790710-c2d5-417f-a912-46cdb6fba09a" providerId="ADAL" clId="{E76F20D7-B205-4045-873E-3BD99823FDF7}" dt="2026-08-19T15:27:40.035" v="752"/>
          <ac:spMkLst>
            <pc:docMk/>
            <pc:sldMk cId="36119533" sldId="328"/>
            <ac:spMk id="8" creationId="{6DFFFDBF-F3D6-B704-D498-0B62A007E8D2}"/>
          </ac:spMkLst>
        </pc:spChg>
        <pc:spChg chg="mod">
          <ac:chgData name="Bennett Turner" userId="ac790710-c2d5-417f-a912-46cdb6fba09a" providerId="ADAL" clId="{E76F20D7-B205-4045-873E-3BD99823FDF7}" dt="2026-08-19T14:40:11.992" v="382" actId="1036"/>
          <ac:spMkLst>
            <pc:docMk/>
            <pc:sldMk cId="36119533" sldId="328"/>
            <ac:spMk id="9" creationId="{7E5B0026-3AC0-5706-01AF-00F378D5C7F1}"/>
          </ac:spMkLst>
        </pc:spChg>
        <pc:spChg chg="mod">
          <ac:chgData name="Bennett Turner" userId="ac790710-c2d5-417f-a912-46cdb6fba09a" providerId="ADAL" clId="{E76F20D7-B205-4045-873E-3BD99823FDF7}" dt="2026-08-19T14:40:11.992" v="382" actId="1036"/>
          <ac:spMkLst>
            <pc:docMk/>
            <pc:sldMk cId="36119533" sldId="328"/>
            <ac:spMk id="10" creationId="{93DFDABC-A4E4-C9A3-0891-7E64EB9228E3}"/>
          </ac:spMkLst>
        </pc:spChg>
        <pc:spChg chg="mod">
          <ac:chgData name="Bennett Turner" userId="ac790710-c2d5-417f-a912-46cdb6fba09a" providerId="ADAL" clId="{E76F20D7-B205-4045-873E-3BD99823FDF7}" dt="2026-08-19T14:40:11.992" v="382" actId="1036"/>
          <ac:spMkLst>
            <pc:docMk/>
            <pc:sldMk cId="36119533" sldId="328"/>
            <ac:spMk id="11" creationId="{1121F0B3-699F-EE64-ADC5-8BC8FD546D68}"/>
          </ac:spMkLst>
        </pc:spChg>
        <pc:spChg chg="add mod">
          <ac:chgData name="Bennett Turner" userId="ac790710-c2d5-417f-a912-46cdb6fba09a" providerId="ADAL" clId="{E76F20D7-B205-4045-873E-3BD99823FDF7}" dt="2026-08-19T15:27:40.032" v="748"/>
          <ac:spMkLst>
            <pc:docMk/>
            <pc:sldMk cId="36119533" sldId="328"/>
            <ac:spMk id="12" creationId="{69A6F144-7ED9-256D-2686-4B38C1E9ECE3}"/>
          </ac:spMkLst>
        </pc:spChg>
        <pc:spChg chg="mod">
          <ac:chgData name="Bennett Turner" userId="ac790710-c2d5-417f-a912-46cdb6fba09a" providerId="ADAL" clId="{E76F20D7-B205-4045-873E-3BD99823FDF7}" dt="2026-08-19T14:40:11.992" v="382" actId="1036"/>
          <ac:spMkLst>
            <pc:docMk/>
            <pc:sldMk cId="36119533" sldId="328"/>
            <ac:spMk id="13" creationId="{D7B1DE13-3D0D-45DF-AB6A-50BE9D1C34C0}"/>
          </ac:spMkLst>
        </pc:spChg>
        <pc:spChg chg="mod">
          <ac:chgData name="Bennett Turner" userId="ac790710-c2d5-417f-a912-46cdb6fba09a" providerId="ADAL" clId="{E76F20D7-B205-4045-873E-3BD99823FDF7}" dt="2026-08-19T14:40:11.992" v="382" actId="1036"/>
          <ac:spMkLst>
            <pc:docMk/>
            <pc:sldMk cId="36119533" sldId="328"/>
            <ac:spMk id="14" creationId="{1A92460A-68CC-E48F-3A3F-7018348E5185}"/>
          </ac:spMkLst>
        </pc:spChg>
        <pc:spChg chg="add mod">
          <ac:chgData name="Bennett Turner" userId="ac790710-c2d5-417f-a912-46cdb6fba09a" providerId="ADAL" clId="{E76F20D7-B205-4045-873E-3BD99823FDF7}" dt="2026-08-19T15:05:18.010" v="676" actId="20577"/>
          <ac:spMkLst>
            <pc:docMk/>
            <pc:sldMk cId="36119533" sldId="328"/>
            <ac:spMk id="15" creationId="{AA6F0BC5-FFED-2DF4-E145-A8573DFE10A8}"/>
          </ac:spMkLst>
        </pc:spChg>
        <pc:spChg chg="mod">
          <ac:chgData name="Bennett Turner" userId="ac790710-c2d5-417f-a912-46cdb6fba09a" providerId="ADAL" clId="{E76F20D7-B205-4045-873E-3BD99823FDF7}" dt="2026-08-19T14:58:16.195" v="564" actId="1035"/>
          <ac:spMkLst>
            <pc:docMk/>
            <pc:sldMk cId="36119533" sldId="328"/>
            <ac:spMk id="16" creationId="{971ED57B-2EDD-DB81-7526-DC71FC6AB559}"/>
          </ac:spMkLst>
        </pc:spChg>
        <pc:spChg chg="mod">
          <ac:chgData name="Bennett Turner" userId="ac790710-c2d5-417f-a912-46cdb6fba09a" providerId="ADAL" clId="{E76F20D7-B205-4045-873E-3BD99823FDF7}" dt="2026-08-19T14:40:11.992" v="382" actId="1036"/>
          <ac:spMkLst>
            <pc:docMk/>
            <pc:sldMk cId="36119533" sldId="328"/>
            <ac:spMk id="17" creationId="{E2B63B5B-0BC7-5F66-0088-D70664CD4195}"/>
          </ac:spMkLst>
        </pc:spChg>
        <pc:spChg chg="mod">
          <ac:chgData name="Bennett Turner" userId="ac790710-c2d5-417f-a912-46cdb6fba09a" providerId="ADAL" clId="{E76F20D7-B205-4045-873E-3BD99823FDF7}" dt="2026-08-19T14:40:11.992" v="382" actId="1036"/>
          <ac:spMkLst>
            <pc:docMk/>
            <pc:sldMk cId="36119533" sldId="328"/>
            <ac:spMk id="18" creationId="{CD09671C-8B4C-5FA5-02B6-5F09FAE3516E}"/>
          </ac:spMkLst>
        </pc:spChg>
        <pc:spChg chg="mod">
          <ac:chgData name="Bennett Turner" userId="ac790710-c2d5-417f-a912-46cdb6fba09a" providerId="ADAL" clId="{E76F20D7-B205-4045-873E-3BD99823FDF7}" dt="2026-08-19T14:58:13.201" v="562" actId="1035"/>
          <ac:spMkLst>
            <pc:docMk/>
            <pc:sldMk cId="36119533" sldId="328"/>
            <ac:spMk id="201" creationId="{971ED57B-2EDD-DB81-7526-DC71FC6AB559}"/>
          </ac:spMkLst>
        </pc:spChg>
        <pc:spChg chg="mod">
          <ac:chgData name="Bennett Turner" userId="ac790710-c2d5-417f-a912-46cdb6fba09a" providerId="ADAL" clId="{E76F20D7-B205-4045-873E-3BD99823FDF7}" dt="2026-08-19T14:40:11.992" v="382" actId="1036"/>
          <ac:spMkLst>
            <pc:docMk/>
            <pc:sldMk cId="36119533" sldId="328"/>
            <ac:spMk id="202" creationId="{E2B63B5B-0BC7-5F66-0088-D70664CD4195}"/>
          </ac:spMkLst>
        </pc:spChg>
      </pc:sldChg>
      <pc:sldChg chg="add del ord">
        <pc:chgData name="Bennett Turner" userId="ac790710-c2d5-417f-a912-46cdb6fba09a" providerId="ADAL" clId="{E76F20D7-B205-4045-873E-3BD99823FDF7}" dt="2026-08-19T14:50:39.739" v="447"/>
        <pc:sldMkLst>
          <pc:docMk/>
          <pc:sldMk cId="1667366393" sldId="329"/>
        </pc:sldMkLst>
      </pc:sldChg>
      <pc:sldChg chg="delSp modSp add del mod">
        <pc:chgData name="Bennett Turner" userId="ac790710-c2d5-417f-a912-46cdb6fba09a" providerId="ADAL" clId="{E76F20D7-B205-4045-873E-3BD99823FDF7}" dt="2026-08-19T14:53:19.811" v="519"/>
        <pc:sldMkLst>
          <pc:docMk/>
          <pc:sldMk cId="3452826962" sldId="330"/>
        </pc:sldMkLst>
        <pc:spChg chg="del">
          <ac:chgData name="Bennett Turner" userId="ac790710-c2d5-417f-a912-46cdb6fba09a" providerId="ADAL" clId="{E76F20D7-B205-4045-873E-3BD99823FDF7}" dt="2026-08-19T14:53:03.538" v="464"/>
          <ac:spMkLst>
            <pc:docMk/>
            <pc:sldMk cId="3452826962" sldId="330"/>
            <ac:spMk id="2" creationId="{00000000-0000-0000-0000-000000000000}"/>
          </ac:spMkLst>
        </pc:spChg>
        <pc:spChg chg="mod">
          <ac:chgData name="Bennett Turner" userId="ac790710-c2d5-417f-a912-46cdb6fba09a" providerId="ADAL" clId="{E76F20D7-B205-4045-873E-3BD99823FDF7}" dt="2026-08-19T14:53:03.538" v="472"/>
          <ac:spMkLst>
            <pc:docMk/>
            <pc:sldMk cId="3452826962" sldId="330"/>
            <ac:spMk id="3" creationId="{00000000-0000-0000-0000-000000000000}"/>
          </ac:spMkLst>
        </pc:spChg>
        <pc:spChg chg="del">
          <ac:chgData name="Bennett Turner" userId="ac790710-c2d5-417f-a912-46cdb6fba09a" providerId="ADAL" clId="{E76F20D7-B205-4045-873E-3BD99823FDF7}" dt="2026-08-19T14:53:03.538" v="465"/>
          <ac:spMkLst>
            <pc:docMk/>
            <pc:sldMk cId="3452826962" sldId="330"/>
            <ac:spMk id="4" creationId="{00000000-0000-0000-0000-000000000000}"/>
          </ac:spMkLst>
        </pc:spChg>
        <pc:spChg chg="mod">
          <ac:chgData name="Bennett Turner" userId="ac790710-c2d5-417f-a912-46cdb6fba09a" providerId="ADAL" clId="{E76F20D7-B205-4045-873E-3BD99823FDF7}" dt="2026-08-19T14:53:03.541" v="476"/>
          <ac:spMkLst>
            <pc:docMk/>
            <pc:sldMk cId="3452826962" sldId="330"/>
            <ac:spMk id="5" creationId="{00000000-0000-0000-0000-000000000000}"/>
          </ac:spMkLst>
        </pc:spChg>
        <pc:spChg chg="mod">
          <ac:chgData name="Bennett Turner" userId="ac790710-c2d5-417f-a912-46cdb6fba09a" providerId="ADAL" clId="{E76F20D7-B205-4045-873E-3BD99823FDF7}" dt="2026-08-19T14:53:03.541" v="480"/>
          <ac:spMkLst>
            <pc:docMk/>
            <pc:sldMk cId="3452826962" sldId="330"/>
            <ac:spMk id="6" creationId="{00000000-0000-0000-0000-000000000000}"/>
          </ac:spMkLst>
        </pc:spChg>
        <pc:spChg chg="mod">
          <ac:chgData name="Bennett Turner" userId="ac790710-c2d5-417f-a912-46cdb6fba09a" providerId="ADAL" clId="{E76F20D7-B205-4045-873E-3BD99823FDF7}" dt="2026-08-19T14:53:03.541" v="484"/>
          <ac:spMkLst>
            <pc:docMk/>
            <pc:sldMk cId="3452826962" sldId="330"/>
            <ac:spMk id="7" creationId="{00000000-0000-0000-0000-000000000000}"/>
          </ac:spMkLst>
        </pc:spChg>
        <pc:spChg chg="mod">
          <ac:chgData name="Bennett Turner" userId="ac790710-c2d5-417f-a912-46cdb6fba09a" providerId="ADAL" clId="{E76F20D7-B205-4045-873E-3BD99823FDF7}" dt="2026-08-19T14:53:03.541" v="490"/>
          <ac:spMkLst>
            <pc:docMk/>
            <pc:sldMk cId="3452826962" sldId="330"/>
            <ac:spMk id="8" creationId="{00000000-0000-0000-0000-000000000000}"/>
          </ac:spMkLst>
        </pc:spChg>
        <pc:spChg chg="del">
          <ac:chgData name="Bennett Turner" userId="ac790710-c2d5-417f-a912-46cdb6fba09a" providerId="ADAL" clId="{E76F20D7-B205-4045-873E-3BD99823FDF7}" dt="2026-08-19T14:53:03.538" v="466"/>
          <ac:spMkLst>
            <pc:docMk/>
            <pc:sldMk cId="3452826962" sldId="330"/>
            <ac:spMk id="17" creationId="{00000000-0000-0000-0000-000000000000}"/>
          </ac:spMkLst>
        </pc:spChg>
      </pc:sldChg>
      <pc:sldChg chg="delSp modSp add del mod ord">
        <pc:chgData name="Bennett Turner" userId="ac790710-c2d5-417f-a912-46cdb6fba09a" providerId="ADAL" clId="{E76F20D7-B205-4045-873E-3BD99823FDF7}" dt="2026-08-19T14:53:34.041" v="528"/>
        <pc:sldMkLst>
          <pc:docMk/>
          <pc:sldMk cId="518570395" sldId="331"/>
        </pc:sldMkLst>
        <pc:spChg chg="del">
          <ac:chgData name="Bennett Turner" userId="ac790710-c2d5-417f-a912-46cdb6fba09a" providerId="ADAL" clId="{E76F20D7-B205-4045-873E-3BD99823FDF7}" dt="2026-08-19T14:53:05.383" v="491"/>
          <ac:spMkLst>
            <pc:docMk/>
            <pc:sldMk cId="518570395" sldId="331"/>
            <ac:spMk id="2" creationId="{00000000-0000-0000-0000-000000000000}"/>
          </ac:spMkLst>
        </pc:spChg>
        <pc:spChg chg="mod">
          <ac:chgData name="Bennett Turner" userId="ac790710-c2d5-417f-a912-46cdb6fba09a" providerId="ADAL" clId="{E76F20D7-B205-4045-873E-3BD99823FDF7}" dt="2026-08-19T14:53:05.383" v="499"/>
          <ac:spMkLst>
            <pc:docMk/>
            <pc:sldMk cId="518570395" sldId="331"/>
            <ac:spMk id="3" creationId="{00000000-0000-0000-0000-000000000000}"/>
          </ac:spMkLst>
        </pc:spChg>
        <pc:spChg chg="del">
          <ac:chgData name="Bennett Turner" userId="ac790710-c2d5-417f-a912-46cdb6fba09a" providerId="ADAL" clId="{E76F20D7-B205-4045-873E-3BD99823FDF7}" dt="2026-08-19T14:53:05.383" v="492"/>
          <ac:spMkLst>
            <pc:docMk/>
            <pc:sldMk cId="518570395" sldId="331"/>
            <ac:spMk id="4" creationId="{00000000-0000-0000-0000-000000000000}"/>
          </ac:spMkLst>
        </pc:spChg>
        <pc:spChg chg="mod">
          <ac:chgData name="Bennett Turner" userId="ac790710-c2d5-417f-a912-46cdb6fba09a" providerId="ADAL" clId="{E76F20D7-B205-4045-873E-3BD99823FDF7}" dt="2026-08-19T14:53:05.387" v="503"/>
          <ac:spMkLst>
            <pc:docMk/>
            <pc:sldMk cId="518570395" sldId="331"/>
            <ac:spMk id="5" creationId="{00000000-0000-0000-0000-000000000000}"/>
          </ac:spMkLst>
        </pc:spChg>
        <pc:spChg chg="mod">
          <ac:chgData name="Bennett Turner" userId="ac790710-c2d5-417f-a912-46cdb6fba09a" providerId="ADAL" clId="{E76F20D7-B205-4045-873E-3BD99823FDF7}" dt="2026-08-19T14:53:05.389" v="507"/>
          <ac:spMkLst>
            <pc:docMk/>
            <pc:sldMk cId="518570395" sldId="331"/>
            <ac:spMk id="6" creationId="{00000000-0000-0000-0000-000000000000}"/>
          </ac:spMkLst>
        </pc:spChg>
        <pc:spChg chg="mod">
          <ac:chgData name="Bennett Turner" userId="ac790710-c2d5-417f-a912-46cdb6fba09a" providerId="ADAL" clId="{E76F20D7-B205-4045-873E-3BD99823FDF7}" dt="2026-08-19T14:53:05.389" v="511"/>
          <ac:spMkLst>
            <pc:docMk/>
            <pc:sldMk cId="518570395" sldId="331"/>
            <ac:spMk id="7" creationId="{00000000-0000-0000-0000-000000000000}"/>
          </ac:spMkLst>
        </pc:spChg>
        <pc:spChg chg="mod">
          <ac:chgData name="Bennett Turner" userId="ac790710-c2d5-417f-a912-46cdb6fba09a" providerId="ADAL" clId="{E76F20D7-B205-4045-873E-3BD99823FDF7}" dt="2026-08-19T14:53:05.389" v="517"/>
          <ac:spMkLst>
            <pc:docMk/>
            <pc:sldMk cId="518570395" sldId="331"/>
            <ac:spMk id="8" creationId="{00000000-0000-0000-0000-000000000000}"/>
          </ac:spMkLst>
        </pc:spChg>
        <pc:spChg chg="del">
          <ac:chgData name="Bennett Turner" userId="ac790710-c2d5-417f-a912-46cdb6fba09a" providerId="ADAL" clId="{E76F20D7-B205-4045-873E-3BD99823FDF7}" dt="2026-08-19T14:53:05.383" v="493"/>
          <ac:spMkLst>
            <pc:docMk/>
            <pc:sldMk cId="518570395" sldId="331"/>
            <ac:spMk id="17" creationId="{00000000-0000-0000-0000-000000000000}"/>
          </ac:spMkLst>
        </pc:spChg>
      </pc:sldChg>
      <pc:sldChg chg="add del">
        <pc:chgData name="Bennett Turner" userId="ac790710-c2d5-417f-a912-46cdb6fba09a" providerId="ADAL" clId="{E76F20D7-B205-4045-873E-3BD99823FDF7}" dt="2026-08-19T14:54:02.305" v="537"/>
        <pc:sldMkLst>
          <pc:docMk/>
          <pc:sldMk cId="672971540" sldId="332"/>
        </pc:sldMkLst>
      </pc:sldChg>
      <pc:sldChg chg="add del">
        <pc:chgData name="Bennett Turner" userId="ac790710-c2d5-417f-a912-46cdb6fba09a" providerId="ADAL" clId="{E76F20D7-B205-4045-873E-3BD99823FDF7}" dt="2026-08-19T14:54:13.411" v="546"/>
        <pc:sldMkLst>
          <pc:docMk/>
          <pc:sldMk cId="239830963" sldId="333"/>
        </pc:sldMkLst>
      </pc:sldChg>
      <pc:sldChg chg="delSp modSp add mod">
        <pc:chgData name="Bennett Turner" userId="ac790710-c2d5-417f-a912-46cdb6fba09a" providerId="ADAL" clId="{E76F20D7-B205-4045-873E-3BD99823FDF7}" dt="2026-08-19T17:14:29.327" v="3121"/>
        <pc:sldMkLst>
          <pc:docMk/>
          <pc:sldMk cId="1380342349" sldId="334"/>
        </pc:sldMkLst>
        <pc:spChg chg="mod">
          <ac:chgData name="Bennett Turner" userId="ac790710-c2d5-417f-a912-46cdb6fba09a" providerId="ADAL" clId="{E76F20D7-B205-4045-873E-3BD99823FDF7}" dt="2026-08-19T17:14:29.327" v="3121"/>
          <ac:spMkLst>
            <pc:docMk/>
            <pc:sldMk cId="1380342349" sldId="334"/>
            <ac:spMk id="5" creationId="{00000000-0000-0000-0000-000000000000}"/>
          </ac:spMkLst>
        </pc:spChg>
        <pc:spChg chg="del">
          <ac:chgData name="Bennett Turner" userId="ac790710-c2d5-417f-a912-46cdb6fba09a" providerId="ADAL" clId="{E76F20D7-B205-4045-873E-3BD99823FDF7}" dt="2026-08-19T14:55:07.943" v="554" actId="478"/>
          <ac:spMkLst>
            <pc:docMk/>
            <pc:sldMk cId="1380342349" sldId="334"/>
            <ac:spMk id="7" creationId="{00000000-0000-0000-0000-000000000000}"/>
          </ac:spMkLst>
        </pc:spChg>
        <pc:spChg chg="mod">
          <ac:chgData name="Bennett Turner" userId="ac790710-c2d5-417f-a912-46cdb6fba09a" providerId="ADAL" clId="{E76F20D7-B205-4045-873E-3BD99823FDF7}" dt="2026-08-19T17:14:29.327" v="3120"/>
          <ac:spMkLst>
            <pc:docMk/>
            <pc:sldMk cId="1380342349" sldId="334"/>
            <ac:spMk id="18" creationId="{00000000-0000-0000-0000-000000000000}"/>
          </ac:spMkLst>
        </pc:spChg>
      </pc:sldChg>
      <pc:sldChg chg="delSp modSp add mod">
        <pc:chgData name="Bennett Turner" userId="ac790710-c2d5-417f-a912-46cdb6fba09a" providerId="ADAL" clId="{E76F20D7-B205-4045-873E-3BD99823FDF7}" dt="2026-08-19T17:14:29.768" v="3125"/>
        <pc:sldMkLst>
          <pc:docMk/>
          <pc:sldMk cId="863863742" sldId="335"/>
        </pc:sldMkLst>
        <pc:spChg chg="mod">
          <ac:chgData name="Bennett Turner" userId="ac790710-c2d5-417f-a912-46cdb6fba09a" providerId="ADAL" clId="{E76F20D7-B205-4045-873E-3BD99823FDF7}" dt="2026-08-19T17:14:29.768" v="3125"/>
          <ac:spMkLst>
            <pc:docMk/>
            <pc:sldMk cId="863863742" sldId="335"/>
            <ac:spMk id="5" creationId="{00000000-0000-0000-0000-000000000000}"/>
          </ac:spMkLst>
        </pc:spChg>
        <pc:spChg chg="mod">
          <ac:chgData name="Bennett Turner" userId="ac790710-c2d5-417f-a912-46cdb6fba09a" providerId="ADAL" clId="{E76F20D7-B205-4045-873E-3BD99823FDF7}" dt="2026-08-19T14:55:16.798" v="556" actId="6549"/>
          <ac:spMkLst>
            <pc:docMk/>
            <pc:sldMk cId="863863742" sldId="335"/>
            <ac:spMk id="6" creationId="{00000000-0000-0000-0000-000000000000}"/>
          </ac:spMkLst>
        </pc:spChg>
        <pc:spChg chg="del">
          <ac:chgData name="Bennett Turner" userId="ac790710-c2d5-417f-a912-46cdb6fba09a" providerId="ADAL" clId="{E76F20D7-B205-4045-873E-3BD99823FDF7}" dt="2026-08-19T14:55:11.959" v="555" actId="478"/>
          <ac:spMkLst>
            <pc:docMk/>
            <pc:sldMk cId="863863742" sldId="335"/>
            <ac:spMk id="7" creationId="{00000000-0000-0000-0000-000000000000}"/>
          </ac:spMkLst>
        </pc:spChg>
        <pc:spChg chg="mod">
          <ac:chgData name="Bennett Turner" userId="ac790710-c2d5-417f-a912-46cdb6fba09a" providerId="ADAL" clId="{E76F20D7-B205-4045-873E-3BD99823FDF7}" dt="2026-08-19T17:14:29.768" v="3124"/>
          <ac:spMkLst>
            <pc:docMk/>
            <pc:sldMk cId="863863742" sldId="335"/>
            <ac:spMk id="18" creationId="{00000000-0000-0000-0000-000000000000}"/>
          </ac:spMkLst>
        </pc:spChg>
      </pc:sldChg>
      <pc:sldChg chg="addSp modSp add del mod">
        <pc:chgData name="Bennett Turner" userId="ac790710-c2d5-417f-a912-46cdb6fba09a" providerId="ADAL" clId="{E76F20D7-B205-4045-873E-3BD99823FDF7}" dt="2026-08-19T15:52:41.821" v="1173"/>
        <pc:sldMkLst>
          <pc:docMk/>
          <pc:sldMk cId="3836174711" sldId="336"/>
        </pc:sldMkLst>
        <pc:spChg chg="mod">
          <ac:chgData name="Bennett Turner" userId="ac790710-c2d5-417f-a912-46cdb6fba09a" providerId="ADAL" clId="{E76F20D7-B205-4045-873E-3BD99823FDF7}" dt="2026-08-19T15:32:08.093" v="886" actId="20577"/>
          <ac:spMkLst>
            <pc:docMk/>
            <pc:sldMk cId="3836174711" sldId="336"/>
            <ac:spMk id="4" creationId="{6859FB00-FB03-1F27-7B8F-34CE5200133D}"/>
          </ac:spMkLst>
        </pc:spChg>
        <pc:spChg chg="mod">
          <ac:chgData name="Bennett Turner" userId="ac790710-c2d5-417f-a912-46cdb6fba09a" providerId="ADAL" clId="{E76F20D7-B205-4045-873E-3BD99823FDF7}" dt="2026-08-19T15:29:38.701" v="812" actId="1036"/>
          <ac:spMkLst>
            <pc:docMk/>
            <pc:sldMk cId="3836174711" sldId="336"/>
            <ac:spMk id="8" creationId="{6DFFFDBF-F3D6-B704-D498-0B62A007E8D2}"/>
          </ac:spMkLst>
        </pc:spChg>
        <pc:spChg chg="mod">
          <ac:chgData name="Bennett Turner" userId="ac790710-c2d5-417f-a912-46cdb6fba09a" providerId="ADAL" clId="{E76F20D7-B205-4045-873E-3BD99823FDF7}" dt="2026-08-19T15:30:15.884" v="815" actId="255"/>
          <ac:spMkLst>
            <pc:docMk/>
            <pc:sldMk cId="3836174711" sldId="336"/>
            <ac:spMk id="10" creationId="{93DFDABC-A4E4-C9A3-0891-7E64EB9228E3}"/>
          </ac:spMkLst>
        </pc:spChg>
        <pc:spChg chg="mod">
          <ac:chgData name="Bennett Turner" userId="ac790710-c2d5-417f-a912-46cdb6fba09a" providerId="ADAL" clId="{E76F20D7-B205-4045-873E-3BD99823FDF7}" dt="2026-08-19T15:29:38.701" v="812" actId="1036"/>
          <ac:spMkLst>
            <pc:docMk/>
            <pc:sldMk cId="3836174711" sldId="336"/>
            <ac:spMk id="12" creationId="{69A6F144-7ED9-256D-2686-4B38C1E9ECE3}"/>
          </ac:spMkLst>
        </pc:spChg>
        <pc:spChg chg="mod">
          <ac:chgData name="Bennett Turner" userId="ac790710-c2d5-417f-a912-46cdb6fba09a" providerId="ADAL" clId="{E76F20D7-B205-4045-873E-3BD99823FDF7}" dt="2026-08-19T15:30:15.884" v="815" actId="255"/>
          <ac:spMkLst>
            <pc:docMk/>
            <pc:sldMk cId="3836174711" sldId="336"/>
            <ac:spMk id="13" creationId="{D7B1DE13-3D0D-45DF-AB6A-50BE9D1C34C0}"/>
          </ac:spMkLst>
        </pc:spChg>
        <pc:spChg chg="mod">
          <ac:chgData name="Bennett Turner" userId="ac790710-c2d5-417f-a912-46cdb6fba09a" providerId="ADAL" clId="{E76F20D7-B205-4045-873E-3BD99823FDF7}" dt="2026-08-19T15:30:22.845" v="817" actId="255"/>
          <ac:spMkLst>
            <pc:docMk/>
            <pc:sldMk cId="3836174711" sldId="336"/>
            <ac:spMk id="16" creationId="{971ED57B-2EDD-DB81-7526-DC71FC6AB559}"/>
          </ac:spMkLst>
        </pc:spChg>
        <pc:spChg chg="add mod">
          <ac:chgData name="Bennett Turner" userId="ac790710-c2d5-417f-a912-46cdb6fba09a" providerId="ADAL" clId="{E76F20D7-B205-4045-873E-3BD99823FDF7}" dt="2026-08-19T15:29:26.161" v="780" actId="14100"/>
          <ac:spMkLst>
            <pc:docMk/>
            <pc:sldMk cId="3836174711" sldId="336"/>
            <ac:spMk id="24" creationId="{6FD2DD21-FCE8-0251-9B41-149E13FF6BDE}"/>
          </ac:spMkLst>
        </pc:spChg>
        <pc:spChg chg="add mod">
          <ac:chgData name="Bennett Turner" userId="ac790710-c2d5-417f-a912-46cdb6fba09a" providerId="ADAL" clId="{E76F20D7-B205-4045-873E-3BD99823FDF7}" dt="2026-08-19T15:29:09.587" v="776" actId="1035"/>
          <ac:spMkLst>
            <pc:docMk/>
            <pc:sldMk cId="3836174711" sldId="336"/>
            <ac:spMk id="26" creationId="{FC37243D-0E4F-C583-EB6B-92F66B30FFDD}"/>
          </ac:spMkLst>
        </pc:spChg>
        <pc:spChg chg="mod">
          <ac:chgData name="Bennett Turner" userId="ac790710-c2d5-417f-a912-46cdb6fba09a" providerId="ADAL" clId="{E76F20D7-B205-4045-873E-3BD99823FDF7}" dt="2026-08-19T15:30:22.845" v="817" actId="255"/>
          <ac:spMkLst>
            <pc:docMk/>
            <pc:sldMk cId="3836174711" sldId="336"/>
            <ac:spMk id="201" creationId="{971ED57B-2EDD-DB81-7526-DC71FC6AB559}"/>
          </ac:spMkLst>
        </pc:spChg>
      </pc:sldChg>
      <pc:sldChg chg="addSp delSp modSp add del mod">
        <pc:chgData name="Bennett Turner" userId="ac790710-c2d5-417f-a912-46cdb6fba09a" providerId="ADAL" clId="{E76F20D7-B205-4045-873E-3BD99823FDF7}" dt="2026-08-19T16:51:32.754" v="2728"/>
        <pc:sldMkLst>
          <pc:docMk/>
          <pc:sldMk cId="91485028" sldId="337"/>
        </pc:sldMkLst>
        <pc:spChg chg="mod">
          <ac:chgData name="Bennett Turner" userId="ac790710-c2d5-417f-a912-46cdb6fba09a" providerId="ADAL" clId="{E76F20D7-B205-4045-873E-3BD99823FDF7}" dt="2026-08-19T16:24:14.271" v="1813" actId="20577"/>
          <ac:spMkLst>
            <pc:docMk/>
            <pc:sldMk cId="91485028" sldId="337"/>
            <ac:spMk id="3" creationId="{00000000-0000-0000-0000-000000000000}"/>
          </ac:spMkLst>
        </pc:spChg>
        <pc:spChg chg="mod">
          <ac:chgData name="Bennett Turner" userId="ac790710-c2d5-417f-a912-46cdb6fba09a" providerId="ADAL" clId="{E76F20D7-B205-4045-873E-3BD99823FDF7}" dt="2026-08-19T16:47:02.871" v="2586" actId="12789"/>
          <ac:spMkLst>
            <pc:docMk/>
            <pc:sldMk cId="91485028" sldId="337"/>
            <ac:spMk id="6" creationId="{00000000-0000-0000-0000-000000000000}"/>
          </ac:spMkLst>
        </pc:spChg>
        <pc:spChg chg="mod">
          <ac:chgData name="Bennett Turner" userId="ac790710-c2d5-417f-a912-46cdb6fba09a" providerId="ADAL" clId="{E76F20D7-B205-4045-873E-3BD99823FDF7}" dt="2026-08-19T16:48:34.561" v="2671" actId="6549"/>
          <ac:spMkLst>
            <pc:docMk/>
            <pc:sldMk cId="91485028" sldId="337"/>
            <ac:spMk id="7" creationId="{00000000-0000-0000-0000-000000000000}"/>
          </ac:spMkLst>
        </pc:spChg>
        <pc:spChg chg="del">
          <ac:chgData name="Bennett Turner" userId="ac790710-c2d5-417f-a912-46cdb6fba09a" providerId="ADAL" clId="{E76F20D7-B205-4045-873E-3BD99823FDF7}" dt="2026-08-19T16:45:47.801" v="2457" actId="478"/>
          <ac:spMkLst>
            <pc:docMk/>
            <pc:sldMk cId="91485028" sldId="337"/>
            <ac:spMk id="8" creationId="{00000000-0000-0000-0000-000000000000}"/>
          </ac:spMkLst>
        </pc:spChg>
        <pc:spChg chg="mod">
          <ac:chgData name="Bennett Turner" userId="ac790710-c2d5-417f-a912-46cdb6fba09a" providerId="ADAL" clId="{E76F20D7-B205-4045-873E-3BD99823FDF7}" dt="2026-08-19T16:47:21.221" v="2590" actId="12789"/>
          <ac:spMkLst>
            <pc:docMk/>
            <pc:sldMk cId="91485028" sldId="337"/>
            <ac:spMk id="9" creationId="{00000000-0000-0000-0000-000000000000}"/>
          </ac:spMkLst>
        </pc:spChg>
        <pc:spChg chg="del">
          <ac:chgData name="Bennett Turner" userId="ac790710-c2d5-417f-a912-46cdb6fba09a" providerId="ADAL" clId="{E76F20D7-B205-4045-873E-3BD99823FDF7}" dt="2026-08-19T16:45:55.371" v="2469" actId="478"/>
          <ac:spMkLst>
            <pc:docMk/>
            <pc:sldMk cId="91485028" sldId="337"/>
            <ac:spMk id="10" creationId="{00000000-0000-0000-0000-000000000000}"/>
          </ac:spMkLst>
        </pc:spChg>
        <pc:spChg chg="del">
          <ac:chgData name="Bennett Turner" userId="ac790710-c2d5-417f-a912-46cdb6fba09a" providerId="ADAL" clId="{E76F20D7-B205-4045-873E-3BD99823FDF7}" dt="2026-08-19T16:45:49.581" v="2458" actId="478"/>
          <ac:spMkLst>
            <pc:docMk/>
            <pc:sldMk cId="91485028" sldId="337"/>
            <ac:spMk id="11" creationId="{00000000-0000-0000-0000-000000000000}"/>
          </ac:spMkLst>
        </pc:spChg>
        <pc:spChg chg="del">
          <ac:chgData name="Bennett Turner" userId="ac790710-c2d5-417f-a912-46cdb6fba09a" providerId="ADAL" clId="{E76F20D7-B205-4045-873E-3BD99823FDF7}" dt="2026-08-19T15:51:40.091" v="1162" actId="478"/>
          <ac:spMkLst>
            <pc:docMk/>
            <pc:sldMk cId="91485028" sldId="337"/>
            <ac:spMk id="12" creationId="{00000000-0000-0000-0000-000000000000}"/>
          </ac:spMkLst>
        </pc:spChg>
        <pc:spChg chg="add mod">
          <ac:chgData name="Bennett Turner" userId="ac790710-c2d5-417f-a912-46cdb6fba09a" providerId="ADAL" clId="{E76F20D7-B205-4045-873E-3BD99823FDF7}" dt="2026-08-19T16:45:42.841" v="2456" actId="408"/>
          <ac:spMkLst>
            <pc:docMk/>
            <pc:sldMk cId="91485028" sldId="337"/>
            <ac:spMk id="12" creationId="{03AE2729-A18D-F8C7-74C8-E4BE1013ADF0}"/>
          </ac:spMkLst>
        </pc:spChg>
        <pc:spChg chg="del">
          <ac:chgData name="Bennett Turner" userId="ac790710-c2d5-417f-a912-46cdb6fba09a" providerId="ADAL" clId="{E76F20D7-B205-4045-873E-3BD99823FDF7}" dt="2026-08-19T15:51:40.091" v="1162" actId="478"/>
          <ac:spMkLst>
            <pc:docMk/>
            <pc:sldMk cId="91485028" sldId="337"/>
            <ac:spMk id="13" creationId="{00000000-0000-0000-0000-000000000000}"/>
          </ac:spMkLst>
        </pc:spChg>
        <pc:spChg chg="add mod">
          <ac:chgData name="Bennett Turner" userId="ac790710-c2d5-417f-a912-46cdb6fba09a" providerId="ADAL" clId="{E76F20D7-B205-4045-873E-3BD99823FDF7}" dt="2026-08-19T16:45:41.903" v="2455" actId="554"/>
          <ac:spMkLst>
            <pc:docMk/>
            <pc:sldMk cId="91485028" sldId="337"/>
            <ac:spMk id="13" creationId="{0703E506-28A0-C136-4AE8-448C9B70F238}"/>
          </ac:spMkLst>
        </pc:spChg>
        <pc:spChg chg="del">
          <ac:chgData name="Bennett Turner" userId="ac790710-c2d5-417f-a912-46cdb6fba09a" providerId="ADAL" clId="{E76F20D7-B205-4045-873E-3BD99823FDF7}" dt="2026-08-19T15:51:40.091" v="1162" actId="478"/>
          <ac:spMkLst>
            <pc:docMk/>
            <pc:sldMk cId="91485028" sldId="337"/>
            <ac:spMk id="14" creationId="{00000000-0000-0000-0000-000000000000}"/>
          </ac:spMkLst>
        </pc:spChg>
        <pc:spChg chg="add mod">
          <ac:chgData name="Bennett Turner" userId="ac790710-c2d5-417f-a912-46cdb6fba09a" providerId="ADAL" clId="{E76F20D7-B205-4045-873E-3BD99823FDF7}" dt="2026-08-19T16:49:25.487" v="2726" actId="20577"/>
          <ac:spMkLst>
            <pc:docMk/>
            <pc:sldMk cId="91485028" sldId="337"/>
            <ac:spMk id="14" creationId="{6994C6D2-0773-27A1-BD3E-14E2B39804D8}"/>
          </ac:spMkLst>
        </pc:spChg>
        <pc:spChg chg="del">
          <ac:chgData name="Bennett Turner" userId="ac790710-c2d5-417f-a912-46cdb6fba09a" providerId="ADAL" clId="{E76F20D7-B205-4045-873E-3BD99823FDF7}" dt="2026-08-19T15:51:35.277" v="1161" actId="478"/>
          <ac:spMkLst>
            <pc:docMk/>
            <pc:sldMk cId="91485028" sldId="337"/>
            <ac:spMk id="15" creationId="{00000000-0000-0000-0000-000000000000}"/>
          </ac:spMkLst>
        </pc:spChg>
        <pc:spChg chg="add mod">
          <ac:chgData name="Bennett Turner" userId="ac790710-c2d5-417f-a912-46cdb6fba09a" providerId="ADAL" clId="{E76F20D7-B205-4045-873E-3BD99823FDF7}" dt="2026-08-19T16:48:49.465" v="2672"/>
          <ac:spMkLst>
            <pc:docMk/>
            <pc:sldMk cId="91485028" sldId="337"/>
            <ac:spMk id="15" creationId="{05F77DB6-4EA3-7139-460E-B6B6C5D8CDF9}"/>
          </ac:spMkLst>
        </pc:spChg>
        <pc:spChg chg="del">
          <ac:chgData name="Bennett Turner" userId="ac790710-c2d5-417f-a912-46cdb6fba09a" providerId="ADAL" clId="{E76F20D7-B205-4045-873E-3BD99823FDF7}" dt="2026-08-19T15:51:35.277" v="1161" actId="478"/>
          <ac:spMkLst>
            <pc:docMk/>
            <pc:sldMk cId="91485028" sldId="337"/>
            <ac:spMk id="16" creationId="{00000000-0000-0000-0000-000000000000}"/>
          </ac:spMkLst>
        </pc:spChg>
        <pc:spChg chg="add mod">
          <ac:chgData name="Bennett Turner" userId="ac790710-c2d5-417f-a912-46cdb6fba09a" providerId="ADAL" clId="{E76F20D7-B205-4045-873E-3BD99823FDF7}" dt="2026-08-19T16:48:53.561" v="2682" actId="20577"/>
          <ac:spMkLst>
            <pc:docMk/>
            <pc:sldMk cId="91485028" sldId="337"/>
            <ac:spMk id="16" creationId="{4CE85346-92C1-75C0-B555-1E49630AC09D}"/>
          </ac:spMkLst>
        </pc:spChg>
        <pc:spChg chg="del">
          <ac:chgData name="Bennett Turner" userId="ac790710-c2d5-417f-a912-46cdb6fba09a" providerId="ADAL" clId="{E76F20D7-B205-4045-873E-3BD99823FDF7}" dt="2026-08-19T15:51:35.277" v="1161" actId="478"/>
          <ac:spMkLst>
            <pc:docMk/>
            <pc:sldMk cId="91485028" sldId="337"/>
            <ac:spMk id="17" creationId="{00000000-0000-0000-0000-000000000000}"/>
          </ac:spMkLst>
        </pc:spChg>
        <pc:spChg chg="mod">
          <ac:chgData name="Bennett Turner" userId="ac790710-c2d5-417f-a912-46cdb6fba09a" providerId="ADAL" clId="{E76F20D7-B205-4045-873E-3BD99823FDF7}" dt="2026-08-19T15:34:03.453" v="897" actId="6549"/>
          <ac:spMkLst>
            <pc:docMk/>
            <pc:sldMk cId="91485028" sldId="337"/>
            <ac:spMk id="20" creationId="{00000000-0000-0000-0000-000000000000}"/>
          </ac:spMkLst>
        </pc:spChg>
        <pc:spChg chg="mod">
          <ac:chgData name="Bennett Turner" userId="ac790710-c2d5-417f-a912-46cdb6fba09a" providerId="ADAL" clId="{E76F20D7-B205-4045-873E-3BD99823FDF7}" dt="2026-08-19T15:34:43.291" v="921" actId="313"/>
          <ac:spMkLst>
            <pc:docMk/>
            <pc:sldMk cId="91485028" sldId="337"/>
            <ac:spMk id="23" creationId="{00000000-0000-0000-0000-000000000000}"/>
          </ac:spMkLst>
        </pc:spChg>
        <pc:spChg chg="del">
          <ac:chgData name="Bennett Turner" userId="ac790710-c2d5-417f-a912-46cdb6fba09a" providerId="ADAL" clId="{E76F20D7-B205-4045-873E-3BD99823FDF7}" dt="2026-08-19T16:47:24.551" v="2591" actId="478"/>
          <ac:spMkLst>
            <pc:docMk/>
            <pc:sldMk cId="91485028" sldId="337"/>
            <ac:spMk id="28" creationId="{2E2B1C93-A91F-9D6F-21DF-5DD2AB544D78}"/>
          </ac:spMkLst>
        </pc:spChg>
      </pc:sldChg>
      <pc:sldChg chg="addSp modSp add del mod">
        <pc:chgData name="Bennett Turner" userId="ac790710-c2d5-417f-a912-46cdb6fba09a" providerId="ADAL" clId="{E76F20D7-B205-4045-873E-3BD99823FDF7}" dt="2026-08-19T15:41:12.070" v="1003"/>
        <pc:sldMkLst>
          <pc:docMk/>
          <pc:sldMk cId="2152874212" sldId="338"/>
        </pc:sldMkLst>
        <pc:spChg chg="add mod">
          <ac:chgData name="Bennett Turner" userId="ac790710-c2d5-417f-a912-46cdb6fba09a" providerId="ADAL" clId="{E76F20D7-B205-4045-873E-3BD99823FDF7}" dt="2026-08-19T15:40:56.051" v="1001"/>
          <ac:spMkLst>
            <pc:docMk/>
            <pc:sldMk cId="2152874212" sldId="338"/>
            <ac:spMk id="7" creationId="{EC54D5C7-CBE9-49CB-B29F-57811051FAC6}"/>
          </ac:spMkLst>
        </pc:spChg>
        <pc:spChg chg="mod">
          <ac:chgData name="Bennett Turner" userId="ac790710-c2d5-417f-a912-46cdb6fba09a" providerId="ADAL" clId="{E76F20D7-B205-4045-873E-3BD99823FDF7}" dt="2026-08-19T15:40:56.039" v="980"/>
          <ac:spMkLst>
            <pc:docMk/>
            <pc:sldMk cId="2152874212" sldId="338"/>
            <ac:spMk id="12" creationId="{54610266-56EA-45C1-B4C1-76599372FC6D}"/>
          </ac:spMkLst>
        </pc:spChg>
        <pc:spChg chg="mod">
          <ac:chgData name="Bennett Turner" userId="ac790710-c2d5-417f-a912-46cdb6fba09a" providerId="ADAL" clId="{E76F20D7-B205-4045-873E-3BD99823FDF7}" dt="2026-08-19T15:38:46.993" v="959"/>
          <ac:spMkLst>
            <pc:docMk/>
            <pc:sldMk cId="2152874212" sldId="338"/>
            <ac:spMk id="13" creationId="{230AE36C-16FA-4CD8-AAD3-1C9E1E1AA03B}"/>
          </ac:spMkLst>
        </pc:spChg>
        <pc:spChg chg="mod">
          <ac:chgData name="Bennett Turner" userId="ac790710-c2d5-417f-a912-46cdb6fba09a" providerId="ADAL" clId="{E76F20D7-B205-4045-873E-3BD99823FDF7}" dt="2026-08-19T15:40:56.041" v="989"/>
          <ac:spMkLst>
            <pc:docMk/>
            <pc:sldMk cId="2152874212" sldId="338"/>
            <ac:spMk id="14" creationId="{9448A1E9-D0BA-4BEC-9175-7995602EFB9D}"/>
          </ac:spMkLst>
        </pc:spChg>
        <pc:graphicFrameChg chg="mod">
          <ac:chgData name="Bennett Turner" userId="ac790710-c2d5-417f-a912-46cdb6fba09a" providerId="ADAL" clId="{E76F20D7-B205-4045-873E-3BD99823FDF7}" dt="2026-08-19T15:38:46.993" v="958"/>
          <ac:graphicFrameMkLst>
            <pc:docMk/>
            <pc:sldMk cId="2152874212" sldId="338"/>
            <ac:graphicFrameMk id="402" creationId="{00000000-0000-0000-0000-000000000000}"/>
          </ac:graphicFrameMkLst>
        </pc:graphicFrameChg>
      </pc:sldChg>
      <pc:sldChg chg="modSp add del mod">
        <pc:chgData name="Bennett Turner" userId="ac790710-c2d5-417f-a912-46cdb6fba09a" providerId="ADAL" clId="{E76F20D7-B205-4045-873E-3BD99823FDF7}" dt="2026-08-19T15:41:52.405" v="1022"/>
        <pc:sldMkLst>
          <pc:docMk/>
          <pc:sldMk cId="170462360" sldId="339"/>
        </pc:sldMkLst>
        <pc:spChg chg="mod">
          <ac:chgData name="Bennett Turner" userId="ac790710-c2d5-417f-a912-46cdb6fba09a" providerId="ADAL" clId="{E76F20D7-B205-4045-873E-3BD99823FDF7}" dt="2026-08-19T15:41:38.791" v="1020"/>
          <ac:spMkLst>
            <pc:docMk/>
            <pc:sldMk cId="170462360" sldId="339"/>
            <ac:spMk id="7" creationId="{EC54D5C7-CBE9-49CB-B29F-57811051FAC6}"/>
          </ac:spMkLst>
        </pc:spChg>
        <pc:spChg chg="mod">
          <ac:chgData name="Bennett Turner" userId="ac790710-c2d5-417f-a912-46cdb6fba09a" providerId="ADAL" clId="{E76F20D7-B205-4045-873E-3BD99823FDF7}" dt="2026-08-19T15:41:38.789" v="1012"/>
          <ac:spMkLst>
            <pc:docMk/>
            <pc:sldMk cId="170462360" sldId="339"/>
            <ac:spMk id="12" creationId="{54610266-56EA-45C1-B4C1-76599372FC6D}"/>
          </ac:spMkLst>
        </pc:spChg>
        <pc:spChg chg="mod">
          <ac:chgData name="Bennett Turner" userId="ac790710-c2d5-417f-a912-46cdb6fba09a" providerId="ADAL" clId="{E76F20D7-B205-4045-873E-3BD99823FDF7}" dt="2026-08-19T15:41:38.789" v="1014"/>
          <ac:spMkLst>
            <pc:docMk/>
            <pc:sldMk cId="170462360" sldId="339"/>
            <ac:spMk id="14" creationId="{9448A1E9-D0BA-4BEC-9175-7995602EFB9D}"/>
          </ac:spMkLst>
        </pc:spChg>
      </pc:sldChg>
      <pc:sldChg chg="addSp delSp modSp add del mod">
        <pc:chgData name="Bennett Turner" userId="ac790710-c2d5-417f-a912-46cdb6fba09a" providerId="ADAL" clId="{E76F20D7-B205-4045-873E-3BD99823FDF7}" dt="2026-08-19T15:52:47.529" v="1182"/>
        <pc:sldMkLst>
          <pc:docMk/>
          <pc:sldMk cId="1175925601" sldId="340"/>
        </pc:sldMkLst>
        <pc:spChg chg="del mod">
          <ac:chgData name="Bennett Turner" userId="ac790710-c2d5-417f-a912-46cdb6fba09a" providerId="ADAL" clId="{E76F20D7-B205-4045-873E-3BD99823FDF7}" dt="2026-08-19T15:45:46.031" v="1114" actId="478"/>
          <ac:spMkLst>
            <pc:docMk/>
            <pc:sldMk cId="1175925601" sldId="340"/>
            <ac:spMk id="7" creationId="{EC54D5C7-CBE9-49CB-B29F-57811051FAC6}"/>
          </ac:spMkLst>
        </pc:spChg>
        <pc:spChg chg="add mod">
          <ac:chgData name="Bennett Turner" userId="ac790710-c2d5-417f-a912-46cdb6fba09a" providerId="ADAL" clId="{E76F20D7-B205-4045-873E-3BD99823FDF7}" dt="2026-08-19T15:42:57.083" v="1044" actId="1076"/>
          <ac:spMkLst>
            <pc:docMk/>
            <pc:sldMk cId="1175925601" sldId="340"/>
            <ac:spMk id="8" creationId="{0793925E-0B4F-EAA9-0573-D97C869FB135}"/>
          </ac:spMkLst>
        </pc:spChg>
        <pc:spChg chg="add mod">
          <ac:chgData name="Bennett Turner" userId="ac790710-c2d5-417f-a912-46cdb6fba09a" providerId="ADAL" clId="{E76F20D7-B205-4045-873E-3BD99823FDF7}" dt="2026-08-19T15:42:59.968" v="1045" actId="571"/>
          <ac:spMkLst>
            <pc:docMk/>
            <pc:sldMk cId="1175925601" sldId="340"/>
            <ac:spMk id="10" creationId="{ABD5A102-E0EA-7581-D3C2-A223A80BBD81}"/>
          </ac:spMkLst>
        </pc:spChg>
        <pc:spChg chg="mod">
          <ac:chgData name="Bennett Turner" userId="ac790710-c2d5-417f-a912-46cdb6fba09a" providerId="ADAL" clId="{E76F20D7-B205-4045-873E-3BD99823FDF7}" dt="2026-08-19T15:46:17.478" v="1121" actId="1036"/>
          <ac:spMkLst>
            <pc:docMk/>
            <pc:sldMk cId="1175925601" sldId="340"/>
            <ac:spMk id="12" creationId="{54610266-56EA-45C1-B4C1-76599372FC6D}"/>
          </ac:spMkLst>
        </pc:spChg>
        <pc:spChg chg="mod">
          <ac:chgData name="Bennett Turner" userId="ac790710-c2d5-417f-a912-46cdb6fba09a" providerId="ADAL" clId="{E76F20D7-B205-4045-873E-3BD99823FDF7}" dt="2026-08-19T15:46:17.478" v="1121" actId="1036"/>
          <ac:spMkLst>
            <pc:docMk/>
            <pc:sldMk cId="1175925601" sldId="340"/>
            <ac:spMk id="14" creationId="{9448A1E9-D0BA-4BEC-9175-7995602EFB9D}"/>
          </ac:spMkLst>
        </pc:spChg>
        <pc:spChg chg="add mod">
          <ac:chgData name="Bennett Turner" userId="ac790710-c2d5-417f-a912-46cdb6fba09a" providerId="ADAL" clId="{E76F20D7-B205-4045-873E-3BD99823FDF7}" dt="2026-08-19T15:46:17.478" v="1121" actId="1036"/>
          <ac:spMkLst>
            <pc:docMk/>
            <pc:sldMk cId="1175925601" sldId="340"/>
            <ac:spMk id="17" creationId="{B0C2E82A-03A1-4CFF-9CB7-055E659A2E6C}"/>
          </ac:spMkLst>
        </pc:spChg>
        <pc:spChg chg="mod">
          <ac:chgData name="Bennett Turner" userId="ac790710-c2d5-417f-a912-46cdb6fba09a" providerId="ADAL" clId="{E76F20D7-B205-4045-873E-3BD99823FDF7}" dt="2026-08-19T15:44:44.423" v="1078" actId="14100"/>
          <ac:spMkLst>
            <pc:docMk/>
            <pc:sldMk cId="1175925601" sldId="340"/>
            <ac:spMk id="18" creationId="{00000000-0000-0000-0000-000000000000}"/>
          </ac:spMkLst>
        </pc:spChg>
        <pc:spChg chg="add mod">
          <ac:chgData name="Bennett Turner" userId="ac790710-c2d5-417f-a912-46cdb6fba09a" providerId="ADAL" clId="{E76F20D7-B205-4045-873E-3BD99823FDF7}" dt="2026-08-19T15:46:17.478" v="1121" actId="1036"/>
          <ac:spMkLst>
            <pc:docMk/>
            <pc:sldMk cId="1175925601" sldId="340"/>
            <ac:spMk id="25" creationId="{E1354C0B-567C-4DFA-B13B-37228E5ABF2F}"/>
          </ac:spMkLst>
        </pc:spChg>
        <pc:spChg chg="add mod">
          <ac:chgData name="Bennett Turner" userId="ac790710-c2d5-417f-a912-46cdb6fba09a" providerId="ADAL" clId="{E76F20D7-B205-4045-873E-3BD99823FDF7}" dt="2026-08-19T15:45:10.401" v="1094" actId="571"/>
          <ac:spMkLst>
            <pc:docMk/>
            <pc:sldMk cId="1175925601" sldId="340"/>
            <ac:spMk id="26" creationId="{79D28650-8C0B-EBE5-9D15-04D2035BA30D}"/>
          </ac:spMkLst>
        </pc:spChg>
        <pc:spChg chg="add mod">
          <ac:chgData name="Bennett Turner" userId="ac790710-c2d5-417f-a912-46cdb6fba09a" providerId="ADAL" clId="{E76F20D7-B205-4045-873E-3BD99823FDF7}" dt="2026-08-19T15:46:17.478" v="1121" actId="1036"/>
          <ac:spMkLst>
            <pc:docMk/>
            <pc:sldMk cId="1175925601" sldId="340"/>
            <ac:spMk id="27" creationId="{59F00168-1589-417C-423A-D6F1235A5A69}"/>
          </ac:spMkLst>
        </pc:spChg>
        <pc:spChg chg="add mod">
          <ac:chgData name="Bennett Turner" userId="ac790710-c2d5-417f-a912-46cdb6fba09a" providerId="ADAL" clId="{E76F20D7-B205-4045-873E-3BD99823FDF7}" dt="2026-08-19T15:46:17.478" v="1121" actId="1036"/>
          <ac:spMkLst>
            <pc:docMk/>
            <pc:sldMk cId="1175925601" sldId="340"/>
            <ac:spMk id="28" creationId="{822FA983-099B-73FC-5D49-E4FA3FF94343}"/>
          </ac:spMkLst>
        </pc:spChg>
        <pc:spChg chg="add mod">
          <ac:chgData name="Bennett Turner" userId="ac790710-c2d5-417f-a912-46cdb6fba09a" providerId="ADAL" clId="{E76F20D7-B205-4045-873E-3BD99823FDF7}" dt="2026-08-19T15:46:47.411" v="1131" actId="14100"/>
          <ac:spMkLst>
            <pc:docMk/>
            <pc:sldMk cId="1175925601" sldId="340"/>
            <ac:spMk id="29" creationId="{F33A9A94-8755-B34F-78F6-EB998E1169AA}"/>
          </ac:spMkLst>
        </pc:spChg>
      </pc:sldChg>
      <pc:sldChg chg="addSp delSp modSp add del mod">
        <pc:chgData name="Bennett Turner" userId="ac790710-c2d5-417f-a912-46cdb6fba09a" providerId="ADAL" clId="{E76F20D7-B205-4045-873E-3BD99823FDF7}" dt="2026-08-19T16:04:22.301" v="1317"/>
        <pc:sldMkLst>
          <pc:docMk/>
          <pc:sldMk cId="3567305656" sldId="341"/>
        </pc:sldMkLst>
        <pc:spChg chg="add mod">
          <ac:chgData name="Bennett Turner" userId="ac790710-c2d5-417f-a912-46cdb6fba09a" providerId="ADAL" clId="{E76F20D7-B205-4045-873E-3BD99823FDF7}" dt="2026-08-19T16:02:43.463" v="1315" actId="1037"/>
          <ac:spMkLst>
            <pc:docMk/>
            <pc:sldMk cId="3567305656" sldId="341"/>
            <ac:spMk id="26" creationId="{3AD25A85-17A9-3FB1-0C7F-92992A0A0169}"/>
          </ac:spMkLst>
        </pc:spChg>
        <pc:cxnChg chg="add del">
          <ac:chgData name="Bennett Turner" userId="ac790710-c2d5-417f-a912-46cdb6fba09a" providerId="ADAL" clId="{E76F20D7-B205-4045-873E-3BD99823FDF7}" dt="2026-08-19T16:01:51.276" v="1301" actId="478"/>
          <ac:cxnSpMkLst>
            <pc:docMk/>
            <pc:sldMk cId="3567305656" sldId="341"/>
            <ac:cxnSpMk id="8" creationId="{89434793-A937-489F-2E35-4CA59B99A7E6}"/>
          </ac:cxnSpMkLst>
        </pc:cxnChg>
        <pc:cxnChg chg="add mod">
          <ac:chgData name="Bennett Turner" userId="ac790710-c2d5-417f-a912-46cdb6fba09a" providerId="ADAL" clId="{E76F20D7-B205-4045-873E-3BD99823FDF7}" dt="2026-08-19T16:02:39.004" v="1309" actId="12788"/>
          <ac:cxnSpMkLst>
            <pc:docMk/>
            <pc:sldMk cId="3567305656" sldId="341"/>
            <ac:cxnSpMk id="11" creationId="{08866E7C-348B-E0AC-067E-B5C73F22584F}"/>
          </ac:cxnSpMkLst>
        </pc:cxnChg>
      </pc:sldChg>
      <pc:sldChg chg="addSp delSp modSp add del mod">
        <pc:chgData name="Bennett Turner" userId="ac790710-c2d5-417f-a912-46cdb6fba09a" providerId="ADAL" clId="{E76F20D7-B205-4045-873E-3BD99823FDF7}" dt="2026-08-19T15:55:44.802" v="1248"/>
        <pc:sldMkLst>
          <pc:docMk/>
          <pc:sldMk cId="3985487461" sldId="342"/>
        </pc:sldMkLst>
        <pc:spChg chg="mod">
          <ac:chgData name="Bennett Turner" userId="ac790710-c2d5-417f-a912-46cdb6fba09a" providerId="ADAL" clId="{E76F20D7-B205-4045-873E-3BD99823FDF7}" dt="2026-08-19T15:54:04.913" v="1210" actId="12788"/>
          <ac:spMkLst>
            <pc:docMk/>
            <pc:sldMk cId="3985487461" sldId="342"/>
            <ac:spMk id="8" creationId="{6DFFFDBF-F3D6-B704-D498-0B62A007E8D2}"/>
          </ac:spMkLst>
        </pc:spChg>
        <pc:spChg chg="mod">
          <ac:chgData name="Bennett Turner" userId="ac790710-c2d5-417f-a912-46cdb6fba09a" providerId="ADAL" clId="{E76F20D7-B205-4045-873E-3BD99823FDF7}" dt="2026-08-19T15:54:04.913" v="1210" actId="12788"/>
          <ac:spMkLst>
            <pc:docMk/>
            <pc:sldMk cId="3985487461" sldId="342"/>
            <ac:spMk id="12" creationId="{69A6F144-7ED9-256D-2686-4B38C1E9ECE3}"/>
          </ac:spMkLst>
        </pc:spChg>
        <pc:spChg chg="add del mod">
          <ac:chgData name="Bennett Turner" userId="ac790710-c2d5-417f-a912-46cdb6fba09a" providerId="ADAL" clId="{E76F20D7-B205-4045-873E-3BD99823FDF7}" dt="2026-08-19T15:54:09.673" v="1211" actId="478"/>
          <ac:spMkLst>
            <pc:docMk/>
            <pc:sldMk cId="3985487461" sldId="342"/>
            <ac:spMk id="23" creationId="{CE88AAD1-5EBC-8E10-59C5-A7D3E1367EC2}"/>
          </ac:spMkLst>
        </pc:spChg>
        <pc:spChg chg="add mod">
          <ac:chgData name="Bennett Turner" userId="ac790710-c2d5-417f-a912-46cdb6fba09a" providerId="ADAL" clId="{E76F20D7-B205-4045-873E-3BD99823FDF7}" dt="2026-08-19T15:54:34.828" v="1246" actId="12788"/>
          <ac:spMkLst>
            <pc:docMk/>
            <pc:sldMk cId="3985487461" sldId="342"/>
            <ac:spMk id="25" creationId="{4F013A51-57F6-D545-3E06-06CC448083EA}"/>
          </ac:spMkLst>
        </pc:spChg>
        <pc:spChg chg="add mod">
          <ac:chgData name="Bennett Turner" userId="ac790710-c2d5-417f-a912-46cdb6fba09a" providerId="ADAL" clId="{E76F20D7-B205-4045-873E-3BD99823FDF7}" dt="2026-08-19T15:54:34.828" v="1246" actId="12788"/>
          <ac:spMkLst>
            <pc:docMk/>
            <pc:sldMk cId="3985487461" sldId="342"/>
            <ac:spMk id="27" creationId="{A173B04D-D778-D9F2-4322-9A2B557F8D72}"/>
          </ac:spMkLst>
        </pc:spChg>
        <pc:graphicFrameChg chg="mod">
          <ac:chgData name="Bennett Turner" userId="ac790710-c2d5-417f-a912-46cdb6fba09a" providerId="ADAL" clId="{E76F20D7-B205-4045-873E-3BD99823FDF7}" dt="2026-08-19T15:54:21.051" v="1218" actId="1076"/>
          <ac:graphicFrameMkLst>
            <pc:docMk/>
            <pc:sldMk cId="3985487461" sldId="342"/>
            <ac:graphicFrameMk id="92" creationId="{9AB70388-0A8A-6427-5206-42FBB5534D54}"/>
          </ac:graphicFrameMkLst>
        </pc:graphicFrameChg>
      </pc:sldChg>
      <pc:sldChg chg="addSp delSp modSp add del mod">
        <pc:chgData name="Bennett Turner" userId="ac790710-c2d5-417f-a912-46cdb6fba09a" providerId="ADAL" clId="{E76F20D7-B205-4045-873E-3BD99823FDF7}" dt="2026-08-19T17:15:21.136" v="3145"/>
        <pc:sldMkLst>
          <pc:docMk/>
          <pc:sldMk cId="3143499324" sldId="343"/>
        </pc:sldMkLst>
        <pc:spChg chg="mod">
          <ac:chgData name="Bennett Turner" userId="ac790710-c2d5-417f-a912-46cdb6fba09a" providerId="ADAL" clId="{E76F20D7-B205-4045-873E-3BD99823FDF7}" dt="2026-08-19T16:39:11.971" v="2442" actId="1035"/>
          <ac:spMkLst>
            <pc:docMk/>
            <pc:sldMk cId="3143499324" sldId="343"/>
            <ac:spMk id="8" creationId="{0793925E-0B4F-EAA9-0573-D97C869FB135}"/>
          </ac:spMkLst>
        </pc:spChg>
        <pc:spChg chg="mod">
          <ac:chgData name="Bennett Turner" userId="ac790710-c2d5-417f-a912-46cdb6fba09a" providerId="ADAL" clId="{E76F20D7-B205-4045-873E-3BD99823FDF7}" dt="2026-08-19T16:38:45.541" v="2408" actId="115"/>
          <ac:spMkLst>
            <pc:docMk/>
            <pc:sldMk cId="3143499324" sldId="343"/>
            <ac:spMk id="9" creationId="{00000000-0000-0000-0000-000000000000}"/>
          </ac:spMkLst>
        </pc:spChg>
        <pc:spChg chg="mod">
          <ac:chgData name="Bennett Turner" userId="ac790710-c2d5-417f-a912-46cdb6fba09a" providerId="ADAL" clId="{E76F20D7-B205-4045-873E-3BD99823FDF7}" dt="2026-08-19T16:39:11.971" v="2442" actId="1035"/>
          <ac:spMkLst>
            <pc:docMk/>
            <pc:sldMk cId="3143499324" sldId="343"/>
            <ac:spMk id="10" creationId="{ABD5A102-E0EA-7581-D3C2-A223A80BBD81}"/>
          </ac:spMkLst>
        </pc:spChg>
        <pc:spChg chg="mod">
          <ac:chgData name="Bennett Turner" userId="ac790710-c2d5-417f-a912-46cdb6fba09a" providerId="ADAL" clId="{E76F20D7-B205-4045-873E-3BD99823FDF7}" dt="2026-08-19T16:39:11.971" v="2442" actId="1035"/>
          <ac:spMkLst>
            <pc:docMk/>
            <pc:sldMk cId="3143499324" sldId="343"/>
            <ac:spMk id="11" creationId="{3D1DB569-26A8-46EA-8EE7-C8FB211D57AB}"/>
          </ac:spMkLst>
        </pc:spChg>
        <pc:spChg chg="mod">
          <ac:chgData name="Bennett Turner" userId="ac790710-c2d5-417f-a912-46cdb6fba09a" providerId="ADAL" clId="{E76F20D7-B205-4045-873E-3BD99823FDF7}" dt="2026-08-19T17:14:28.896" v="3116"/>
          <ac:spMkLst>
            <pc:docMk/>
            <pc:sldMk cId="3143499324" sldId="343"/>
            <ac:spMk id="12" creationId="{54610266-56EA-45C1-B4C1-76599372FC6D}"/>
          </ac:spMkLst>
        </pc:spChg>
        <pc:spChg chg="mod">
          <ac:chgData name="Bennett Turner" userId="ac790710-c2d5-417f-a912-46cdb6fba09a" providerId="ADAL" clId="{E76F20D7-B205-4045-873E-3BD99823FDF7}" dt="2026-08-19T16:39:11.971" v="2442" actId="1035"/>
          <ac:spMkLst>
            <pc:docMk/>
            <pc:sldMk cId="3143499324" sldId="343"/>
            <ac:spMk id="13" creationId="{230AE36C-16FA-4CD8-AAD3-1C9E1E1AA03B}"/>
          </ac:spMkLst>
        </pc:spChg>
        <pc:spChg chg="mod">
          <ac:chgData name="Bennett Turner" userId="ac790710-c2d5-417f-a912-46cdb6fba09a" providerId="ADAL" clId="{E76F20D7-B205-4045-873E-3BD99823FDF7}" dt="2026-08-19T17:14:28.896" v="3117"/>
          <ac:spMkLst>
            <pc:docMk/>
            <pc:sldMk cId="3143499324" sldId="343"/>
            <ac:spMk id="14" creationId="{9448A1E9-D0BA-4BEC-9175-7995602EFB9D}"/>
          </ac:spMkLst>
        </pc:spChg>
        <pc:spChg chg="mod">
          <ac:chgData name="Bennett Turner" userId="ac790710-c2d5-417f-a912-46cdb6fba09a" providerId="ADAL" clId="{E76F20D7-B205-4045-873E-3BD99823FDF7}" dt="2026-08-19T16:38:45.541" v="2408" actId="115"/>
          <ac:spMkLst>
            <pc:docMk/>
            <pc:sldMk cId="3143499324" sldId="343"/>
            <ac:spMk id="15" creationId="{00000000-0000-0000-0000-000000000000}"/>
          </ac:spMkLst>
        </pc:spChg>
        <pc:spChg chg="del">
          <ac:chgData name="Bennett Turner" userId="ac790710-c2d5-417f-a912-46cdb6fba09a" providerId="ADAL" clId="{E76F20D7-B205-4045-873E-3BD99823FDF7}" dt="2026-08-19T16:38:35.121" v="2365" actId="478"/>
          <ac:spMkLst>
            <pc:docMk/>
            <pc:sldMk cId="3143499324" sldId="343"/>
            <ac:spMk id="16" creationId="{00000000-0000-0000-0000-000000000000}"/>
          </ac:spMkLst>
        </pc:spChg>
        <pc:spChg chg="mod">
          <ac:chgData name="Bennett Turner" userId="ac790710-c2d5-417f-a912-46cdb6fba09a" providerId="ADAL" clId="{E76F20D7-B205-4045-873E-3BD99823FDF7}" dt="2026-08-19T17:09:56.683" v="3058"/>
          <ac:spMkLst>
            <pc:docMk/>
            <pc:sldMk cId="3143499324" sldId="343"/>
            <ac:spMk id="20" creationId="{00000000-0000-0000-0000-000000000000}"/>
          </ac:spMkLst>
        </pc:spChg>
        <pc:spChg chg="mod">
          <ac:chgData name="Bennett Turner" userId="ac790710-c2d5-417f-a912-46cdb6fba09a" providerId="ADAL" clId="{E76F20D7-B205-4045-873E-3BD99823FDF7}" dt="2026-08-19T17:13:53.276" v="3106"/>
          <ac:spMkLst>
            <pc:docMk/>
            <pc:sldMk cId="3143499324" sldId="343"/>
            <ac:spMk id="21" creationId="{00000000-0000-0000-0000-000000000000}"/>
          </ac:spMkLst>
        </pc:spChg>
        <pc:spChg chg="mod">
          <ac:chgData name="Bennett Turner" userId="ac790710-c2d5-417f-a912-46cdb6fba09a" providerId="ADAL" clId="{E76F20D7-B205-4045-873E-3BD99823FDF7}" dt="2026-08-19T17:13:53.280" v="3107"/>
          <ac:spMkLst>
            <pc:docMk/>
            <pc:sldMk cId="3143499324" sldId="343"/>
            <ac:spMk id="23" creationId="{00000000-0000-0000-0000-000000000000}"/>
          </ac:spMkLst>
        </pc:spChg>
        <pc:spChg chg="mod">
          <ac:chgData name="Bennett Turner" userId="ac790710-c2d5-417f-a912-46cdb6fba09a" providerId="ADAL" clId="{E76F20D7-B205-4045-873E-3BD99823FDF7}" dt="2026-08-19T16:38:10.491" v="2294" actId="14100"/>
          <ac:spMkLst>
            <pc:docMk/>
            <pc:sldMk cId="3143499324" sldId="343"/>
            <ac:spMk id="27" creationId="{59F00168-1589-417C-423A-D6F1235A5A69}"/>
          </ac:spMkLst>
        </pc:spChg>
        <pc:spChg chg="mod">
          <ac:chgData name="Bennett Turner" userId="ac790710-c2d5-417f-a912-46cdb6fba09a" providerId="ADAL" clId="{E76F20D7-B205-4045-873E-3BD99823FDF7}" dt="2026-08-19T16:39:17.002" v="2452" actId="1035"/>
          <ac:spMkLst>
            <pc:docMk/>
            <pc:sldMk cId="3143499324" sldId="343"/>
            <ac:spMk id="29" creationId="{F33A9A94-8755-B34F-78F6-EB998E1169AA}"/>
          </ac:spMkLst>
        </pc:spChg>
        <pc:spChg chg="add mod">
          <ac:chgData name="Bennett Turner" userId="ac790710-c2d5-417f-a912-46cdb6fba09a" providerId="ADAL" clId="{E76F20D7-B205-4045-873E-3BD99823FDF7}" dt="2026-08-19T16:38:58.591" v="2421" actId="1036"/>
          <ac:spMkLst>
            <pc:docMk/>
            <pc:sldMk cId="3143499324" sldId="343"/>
            <ac:spMk id="30" creationId="{EF8C6730-DE60-155B-F291-BE436E75D600}"/>
          </ac:spMkLst>
        </pc:spChg>
        <pc:spChg chg="add mod">
          <ac:chgData name="Bennett Turner" userId="ac790710-c2d5-417f-a912-46cdb6fba09a" providerId="ADAL" clId="{E76F20D7-B205-4045-873E-3BD99823FDF7}" dt="2026-08-19T16:38:58.591" v="2421" actId="1036"/>
          <ac:spMkLst>
            <pc:docMk/>
            <pc:sldMk cId="3143499324" sldId="343"/>
            <ac:spMk id="31" creationId="{D2111C64-7F23-C5A7-6C30-3695B4E42FCD}"/>
          </ac:spMkLst>
        </pc:spChg>
        <pc:graphicFrameChg chg="mod">
          <ac:chgData name="Bennett Turner" userId="ac790710-c2d5-417f-a912-46cdb6fba09a" providerId="ADAL" clId="{E76F20D7-B205-4045-873E-3BD99823FDF7}" dt="2026-08-19T16:39:11.971" v="2442" actId="1035"/>
          <ac:graphicFrameMkLst>
            <pc:docMk/>
            <pc:sldMk cId="3143499324" sldId="343"/>
            <ac:graphicFrameMk id="401" creationId="{00000000-0000-0000-0000-000000000000}"/>
          </ac:graphicFrameMkLst>
        </pc:graphicFrameChg>
        <pc:graphicFrameChg chg="mod">
          <ac:chgData name="Bennett Turner" userId="ac790710-c2d5-417f-a912-46cdb6fba09a" providerId="ADAL" clId="{E76F20D7-B205-4045-873E-3BD99823FDF7}" dt="2026-08-19T16:39:11.971" v="2442" actId="1035"/>
          <ac:graphicFrameMkLst>
            <pc:docMk/>
            <pc:sldMk cId="3143499324" sldId="343"/>
            <ac:graphicFrameMk id="402" creationId="{00000000-0000-0000-0000-000000000000}"/>
          </ac:graphicFrameMkLst>
        </pc:graphicFrameChg>
        <pc:cxnChg chg="add del mod">
          <ac:chgData name="Bennett Turner" userId="ac790710-c2d5-417f-a912-46cdb6fba09a" providerId="ADAL" clId="{E76F20D7-B205-4045-873E-3BD99823FDF7}" dt="2026-08-19T16:37:34.942" v="2289" actId="478"/>
          <ac:cxnSpMkLst>
            <pc:docMk/>
            <pc:sldMk cId="3143499324" sldId="343"/>
            <ac:cxnSpMk id="7" creationId="{43ECC88E-862A-391A-66AE-775E376B13A4}"/>
          </ac:cxnSpMkLst>
        </pc:cxnChg>
      </pc:sldChg>
      <pc:sldChg chg="modSp add mod">
        <pc:chgData name="Bennett Turner" userId="ac790710-c2d5-417f-a912-46cdb6fba09a" providerId="ADAL" clId="{E76F20D7-B205-4045-873E-3BD99823FDF7}" dt="2026-08-19T17:14:28.050" v="3114"/>
        <pc:sldMkLst>
          <pc:docMk/>
          <pc:sldMk cId="1833676393" sldId="344"/>
        </pc:sldMkLst>
        <pc:spChg chg="mod">
          <ac:chgData name="Bennett Turner" userId="ac790710-c2d5-417f-a912-46cdb6fba09a" providerId="ADAL" clId="{E76F20D7-B205-4045-873E-3BD99823FDF7}" dt="2026-08-19T17:09:56.683" v="3059"/>
          <ac:spMkLst>
            <pc:docMk/>
            <pc:sldMk cId="1833676393" sldId="344"/>
            <ac:spMk id="38" creationId="{00000000-0000-0000-0000-000000000000}"/>
          </ac:spMkLst>
        </pc:spChg>
        <pc:spChg chg="mod">
          <ac:chgData name="Bennett Turner" userId="ac790710-c2d5-417f-a912-46cdb6fba09a" providerId="ADAL" clId="{E76F20D7-B205-4045-873E-3BD99823FDF7}" dt="2026-08-19T17:14:28.050" v="3114"/>
          <ac:spMkLst>
            <pc:docMk/>
            <pc:sldMk cId="1833676393" sldId="344"/>
            <ac:spMk id="40" creationId="{00000000-0000-0000-0000-000000000000}"/>
          </ac:spMkLst>
        </pc:spChg>
      </pc:sldChg>
      <pc:sldChg chg="modSp add mod">
        <pc:chgData name="Bennett Turner" userId="ac790710-c2d5-417f-a912-46cdb6fba09a" providerId="ADAL" clId="{E76F20D7-B205-4045-873E-3BD99823FDF7}" dt="2026-08-19T17:14:28.488" v="3115"/>
        <pc:sldMkLst>
          <pc:docMk/>
          <pc:sldMk cId="1077996663" sldId="345"/>
        </pc:sldMkLst>
        <pc:spChg chg="mod">
          <ac:chgData name="Bennett Turner" userId="ac790710-c2d5-417f-a912-46cdb6fba09a" providerId="ADAL" clId="{E76F20D7-B205-4045-873E-3BD99823FDF7}" dt="2026-08-19T17:14:28.488" v="3115"/>
          <ac:spMkLst>
            <pc:docMk/>
            <pc:sldMk cId="1077996663" sldId="345"/>
            <ac:spMk id="37" creationId="{00000000-0000-0000-0000-000000000000}"/>
          </ac:spMkLst>
        </pc:spChg>
      </pc:sldChg>
      <pc:sldChg chg="modSp add del mod">
        <pc:chgData name="Bennett Turner" userId="ac790710-c2d5-417f-a912-46cdb6fba09a" providerId="ADAL" clId="{E76F20D7-B205-4045-873E-3BD99823FDF7}" dt="2026-08-19T17:15:08.733" v="3136"/>
        <pc:sldMkLst>
          <pc:docMk/>
          <pc:sldMk cId="485280888" sldId="346"/>
        </pc:sldMkLst>
        <pc:spChg chg="mod">
          <ac:chgData name="Bennett Turner" userId="ac790710-c2d5-417f-a912-46cdb6fba09a" providerId="ADAL" clId="{E76F20D7-B205-4045-873E-3BD99823FDF7}" dt="2026-08-19T16:35:58.327" v="2259" actId="20577"/>
          <ac:spMkLst>
            <pc:docMk/>
            <pc:sldMk cId="485280888" sldId="346"/>
            <ac:spMk id="3" creationId="{268B87FA-24A4-FEE9-DFE0-9F0B290409D6}"/>
          </ac:spMkLst>
        </pc:spChg>
        <pc:spChg chg="mod">
          <ac:chgData name="Bennett Turner" userId="ac790710-c2d5-417f-a912-46cdb6fba09a" providerId="ADAL" clId="{E76F20D7-B205-4045-873E-3BD99823FDF7}" dt="2026-08-19T16:01:20.141" v="1299" actId="20577"/>
          <ac:spMkLst>
            <pc:docMk/>
            <pc:sldMk cId="485280888" sldId="346"/>
            <ac:spMk id="4" creationId="{6859FB00-FB03-1F27-7B8F-34CE5200133D}"/>
          </ac:spMkLst>
        </pc:spChg>
        <pc:spChg chg="mod">
          <ac:chgData name="Bennett Turner" userId="ac790710-c2d5-417f-a912-46cdb6fba09a" providerId="ADAL" clId="{E76F20D7-B205-4045-873E-3BD99823FDF7}" dt="2026-08-19T17:13:52.757" v="3098"/>
          <ac:spMkLst>
            <pc:docMk/>
            <pc:sldMk cId="485280888" sldId="346"/>
            <ac:spMk id="19" creationId="{509EE2C2-A657-F14E-88C0-D7685EACAFEF}"/>
          </ac:spMkLst>
        </pc:spChg>
        <pc:spChg chg="mod">
          <ac:chgData name="Bennett Turner" userId="ac790710-c2d5-417f-a912-46cdb6fba09a" providerId="ADAL" clId="{E76F20D7-B205-4045-873E-3BD99823FDF7}" dt="2026-08-19T17:13:52.757" v="3099"/>
          <ac:spMkLst>
            <pc:docMk/>
            <pc:sldMk cId="485280888" sldId="346"/>
            <ac:spMk id="21" creationId="{1C3E353F-4950-0279-4F3D-C4DE3268F714}"/>
          </ac:spMkLst>
        </pc:spChg>
        <pc:spChg chg="mod">
          <ac:chgData name="Bennett Turner" userId="ac790710-c2d5-417f-a912-46cdb6fba09a" providerId="ADAL" clId="{E76F20D7-B205-4045-873E-3BD99823FDF7}" dt="2026-08-19T17:14:16.932" v="3109" actId="14100"/>
          <ac:spMkLst>
            <pc:docMk/>
            <pc:sldMk cId="485280888" sldId="346"/>
            <ac:spMk id="24" creationId="{6FD2DD21-FCE8-0251-9B41-149E13FF6BDE}"/>
          </ac:spMkLst>
        </pc:spChg>
        <pc:spChg chg="mod">
          <ac:chgData name="Bennett Turner" userId="ac790710-c2d5-417f-a912-46cdb6fba09a" providerId="ADAL" clId="{E76F20D7-B205-4045-873E-3BD99823FDF7}" dt="2026-08-19T15:57:25.956" v="1292" actId="1036"/>
          <ac:spMkLst>
            <pc:docMk/>
            <pc:sldMk cId="485280888" sldId="346"/>
            <ac:spMk id="25" creationId="{4F013A51-57F6-D545-3E06-06CC448083EA}"/>
          </ac:spMkLst>
        </pc:spChg>
        <pc:spChg chg="mod">
          <ac:chgData name="Bennett Turner" userId="ac790710-c2d5-417f-a912-46cdb6fba09a" providerId="ADAL" clId="{E76F20D7-B205-4045-873E-3BD99823FDF7}" dt="2026-08-19T15:57:19.232" v="1276" actId="207"/>
          <ac:spMkLst>
            <pc:docMk/>
            <pc:sldMk cId="485280888" sldId="346"/>
            <ac:spMk id="27" creationId="{A173B04D-D778-D9F2-4322-9A2B557F8D72}"/>
          </ac:spMkLst>
        </pc:spChg>
      </pc:sldChg>
      <pc:sldChg chg="modSp add mod">
        <pc:chgData name="Bennett Turner" userId="ac790710-c2d5-417f-a912-46cdb6fba09a" providerId="ADAL" clId="{E76F20D7-B205-4045-873E-3BD99823FDF7}" dt="2026-08-19T17:18:23.854" v="3222"/>
        <pc:sldMkLst>
          <pc:docMk/>
          <pc:sldMk cId="2490042168" sldId="347"/>
        </pc:sldMkLst>
        <pc:spChg chg="mod">
          <ac:chgData name="Bennett Turner" userId="ac790710-c2d5-417f-a912-46cdb6fba09a" providerId="ADAL" clId="{E76F20D7-B205-4045-873E-3BD99823FDF7}" dt="2026-08-19T16:34:46.331" v="2185" actId="6549"/>
          <ac:spMkLst>
            <pc:docMk/>
            <pc:sldMk cId="2490042168" sldId="347"/>
            <ac:spMk id="6" creationId="{00000000-0000-0000-0000-000000000000}"/>
          </ac:spMkLst>
        </pc:spChg>
        <pc:spChg chg="mod">
          <ac:chgData name="Bennett Turner" userId="ac790710-c2d5-417f-a912-46cdb6fba09a" providerId="ADAL" clId="{E76F20D7-B205-4045-873E-3BD99823FDF7}" dt="2026-08-19T16:30:41.924" v="1910" actId="20577"/>
          <ac:spMkLst>
            <pc:docMk/>
            <pc:sldMk cId="2490042168" sldId="347"/>
            <ac:spMk id="19" creationId="{00000000-0000-0000-0000-000000000000}"/>
          </ac:spMkLst>
        </pc:spChg>
        <pc:spChg chg="mod">
          <ac:chgData name="Bennett Turner" userId="ac790710-c2d5-417f-a912-46cdb6fba09a" providerId="ADAL" clId="{E76F20D7-B205-4045-873E-3BD99823FDF7}" dt="2026-08-19T17:09:56.673" v="3057"/>
          <ac:spMkLst>
            <pc:docMk/>
            <pc:sldMk cId="2490042168" sldId="347"/>
            <ac:spMk id="20" creationId="{00000000-0000-0000-0000-000000000000}"/>
          </ac:spMkLst>
        </pc:spChg>
        <pc:spChg chg="mod">
          <ac:chgData name="Bennett Turner" userId="ac790710-c2d5-417f-a912-46cdb6fba09a" providerId="ADAL" clId="{E76F20D7-B205-4045-873E-3BD99823FDF7}" dt="2026-08-19T17:18:23.854" v="3222"/>
          <ac:spMkLst>
            <pc:docMk/>
            <pc:sldMk cId="2490042168" sldId="347"/>
            <ac:spMk id="21" creationId="{00000000-0000-0000-0000-000000000000}"/>
          </ac:spMkLst>
        </pc:spChg>
        <pc:spChg chg="mod">
          <ac:chgData name="Bennett Turner" userId="ac790710-c2d5-417f-a912-46cdb6fba09a" providerId="ADAL" clId="{E76F20D7-B205-4045-873E-3BD99823FDF7}" dt="2026-08-19T17:13:52.192" v="3091"/>
          <ac:spMkLst>
            <pc:docMk/>
            <pc:sldMk cId="2490042168" sldId="347"/>
            <ac:spMk id="23" creationId="{00000000-0000-0000-0000-000000000000}"/>
          </ac:spMkLst>
        </pc:spChg>
        <pc:spChg chg="mod">
          <ac:chgData name="Bennett Turner" userId="ac790710-c2d5-417f-a912-46cdb6fba09a" providerId="ADAL" clId="{E76F20D7-B205-4045-873E-3BD99823FDF7}" dt="2026-08-19T16:05:22.221" v="1339" actId="1037"/>
          <ac:spMkLst>
            <pc:docMk/>
            <pc:sldMk cId="2490042168" sldId="347"/>
            <ac:spMk id="26" creationId="{3AD25A85-17A9-3FB1-0C7F-92992A0A0169}"/>
          </ac:spMkLst>
        </pc:spChg>
        <pc:cxnChg chg="mod">
          <ac:chgData name="Bennett Turner" userId="ac790710-c2d5-417f-a912-46cdb6fba09a" providerId="ADAL" clId="{E76F20D7-B205-4045-873E-3BD99823FDF7}" dt="2026-08-19T16:04:27.961" v="1325" actId="208"/>
          <ac:cxnSpMkLst>
            <pc:docMk/>
            <pc:sldMk cId="2490042168" sldId="347"/>
            <ac:cxnSpMk id="11" creationId="{08866E7C-348B-E0AC-067E-B5C73F22584F}"/>
          </ac:cxnSpMkLst>
        </pc:cxnChg>
      </pc:sldChg>
      <pc:sldChg chg="modSp add del mod">
        <pc:chgData name="Bennett Turner" userId="ac790710-c2d5-417f-a912-46cdb6fba09a" providerId="ADAL" clId="{E76F20D7-B205-4045-873E-3BD99823FDF7}" dt="2026-08-19T16:55:08.316" v="2801"/>
        <pc:sldMkLst>
          <pc:docMk/>
          <pc:sldMk cId="845462222" sldId="348"/>
        </pc:sldMkLst>
        <pc:spChg chg="mod">
          <ac:chgData name="Bennett Turner" userId="ac790710-c2d5-417f-a912-46cdb6fba09a" providerId="ADAL" clId="{E76F20D7-B205-4045-873E-3BD99823FDF7}" dt="2026-08-19T16:52:12.286" v="2758"/>
          <ac:spMkLst>
            <pc:docMk/>
            <pc:sldMk cId="845462222" sldId="348"/>
            <ac:spMk id="7" creationId="{00000000-0000-0000-0000-000000000000}"/>
          </ac:spMkLst>
        </pc:spChg>
        <pc:spChg chg="mod">
          <ac:chgData name="Bennett Turner" userId="ac790710-c2d5-417f-a912-46cdb6fba09a" providerId="ADAL" clId="{E76F20D7-B205-4045-873E-3BD99823FDF7}" dt="2026-08-19T16:52:12.286" v="2761"/>
          <ac:spMkLst>
            <pc:docMk/>
            <pc:sldMk cId="845462222" sldId="348"/>
            <ac:spMk id="14" creationId="{6994C6D2-0773-27A1-BD3E-14E2B39804D8}"/>
          </ac:spMkLst>
        </pc:spChg>
        <pc:spChg chg="mod">
          <ac:chgData name="Bennett Turner" userId="ac790710-c2d5-417f-a912-46cdb6fba09a" providerId="ADAL" clId="{E76F20D7-B205-4045-873E-3BD99823FDF7}" dt="2026-08-19T16:52:12.286" v="2764"/>
          <ac:spMkLst>
            <pc:docMk/>
            <pc:sldMk cId="845462222" sldId="348"/>
            <ac:spMk id="15" creationId="{05F77DB6-4EA3-7139-460E-B6B6C5D8CDF9}"/>
          </ac:spMkLst>
        </pc:spChg>
        <pc:spChg chg="mod">
          <ac:chgData name="Bennett Turner" userId="ac790710-c2d5-417f-a912-46cdb6fba09a" providerId="ADAL" clId="{E76F20D7-B205-4045-873E-3BD99823FDF7}" dt="2026-08-19T16:52:12.286" v="2767"/>
          <ac:spMkLst>
            <pc:docMk/>
            <pc:sldMk cId="845462222" sldId="348"/>
            <ac:spMk id="16" creationId="{4CE85346-92C1-75C0-B555-1E49630AC09D}"/>
          </ac:spMkLst>
        </pc:spChg>
        <pc:spChg chg="mod">
          <ac:chgData name="Bennett Turner" userId="ac790710-c2d5-417f-a912-46cdb6fba09a" providerId="ADAL" clId="{E76F20D7-B205-4045-873E-3BD99823FDF7}" dt="2026-08-19T16:54:42.311" v="2769"/>
          <ac:spMkLst>
            <pc:docMk/>
            <pc:sldMk cId="845462222" sldId="348"/>
            <ac:spMk id="18" creationId="{00000000-0000-0000-0000-000000000000}"/>
          </ac:spMkLst>
        </pc:spChg>
        <pc:spChg chg="mod">
          <ac:chgData name="Bennett Turner" userId="ac790710-c2d5-417f-a912-46cdb6fba09a" providerId="ADAL" clId="{E76F20D7-B205-4045-873E-3BD99823FDF7}" dt="2026-08-19T16:54:42.317" v="2790"/>
          <ac:spMkLst>
            <pc:docMk/>
            <pc:sldMk cId="845462222" sldId="348"/>
            <ac:spMk id="19" creationId="{00000000-0000-0000-0000-000000000000}"/>
          </ac:spMkLst>
        </pc:spChg>
        <pc:spChg chg="mod">
          <ac:chgData name="Bennett Turner" userId="ac790710-c2d5-417f-a912-46cdb6fba09a" providerId="ADAL" clId="{E76F20D7-B205-4045-873E-3BD99823FDF7}" dt="2026-08-19T16:54:42.320" v="2793"/>
          <ac:spMkLst>
            <pc:docMk/>
            <pc:sldMk cId="845462222" sldId="348"/>
            <ac:spMk id="20" creationId="{00000000-0000-0000-0000-000000000000}"/>
          </ac:spMkLst>
        </pc:spChg>
        <pc:spChg chg="mod">
          <ac:chgData name="Bennett Turner" userId="ac790710-c2d5-417f-a912-46cdb6fba09a" providerId="ADAL" clId="{E76F20D7-B205-4045-873E-3BD99823FDF7}" dt="2026-08-19T16:54:42.311" v="2779"/>
          <ac:spMkLst>
            <pc:docMk/>
            <pc:sldMk cId="845462222" sldId="348"/>
            <ac:spMk id="21" creationId="{00000000-0000-0000-0000-000000000000}"/>
          </ac:spMkLst>
        </pc:spChg>
        <pc:spChg chg="mod">
          <ac:chgData name="Bennett Turner" userId="ac790710-c2d5-417f-a912-46cdb6fba09a" providerId="ADAL" clId="{E76F20D7-B205-4045-873E-3BD99823FDF7}" dt="2026-08-19T16:54:42.320" v="2796"/>
          <ac:spMkLst>
            <pc:docMk/>
            <pc:sldMk cId="845462222" sldId="348"/>
            <ac:spMk id="22" creationId="{00000000-0000-0000-0000-000000000000}"/>
          </ac:spMkLst>
        </pc:spChg>
        <pc:spChg chg="mod">
          <ac:chgData name="Bennett Turner" userId="ac790710-c2d5-417f-a912-46cdb6fba09a" providerId="ADAL" clId="{E76F20D7-B205-4045-873E-3BD99823FDF7}" dt="2026-08-19T16:54:42.321" v="2799"/>
          <ac:spMkLst>
            <pc:docMk/>
            <pc:sldMk cId="845462222" sldId="348"/>
            <ac:spMk id="23" creationId="{00000000-0000-0000-0000-000000000000}"/>
          </ac:spMkLst>
        </pc:spChg>
      </pc:sldChg>
      <pc:sldChg chg="add del">
        <pc:chgData name="Bennett Turner" userId="ac790710-c2d5-417f-a912-46cdb6fba09a" providerId="ADAL" clId="{E76F20D7-B205-4045-873E-3BD99823FDF7}" dt="2026-08-19T16:55:42.366" v="2810"/>
        <pc:sldMkLst>
          <pc:docMk/>
          <pc:sldMk cId="1036050424" sldId="349"/>
        </pc:sldMkLst>
      </pc:sldChg>
      <pc:sldChg chg="delSp modSp add del mod">
        <pc:chgData name="Bennett Turner" userId="ac790710-c2d5-417f-a912-46cdb6fba09a" providerId="ADAL" clId="{E76F20D7-B205-4045-873E-3BD99823FDF7}" dt="2026-08-19T16:57:23.032" v="2836"/>
        <pc:sldMkLst>
          <pc:docMk/>
          <pc:sldMk cId="1005693366" sldId="350"/>
        </pc:sldMkLst>
        <pc:spChg chg="mod">
          <ac:chgData name="Bennett Turner" userId="ac790710-c2d5-417f-a912-46cdb6fba09a" providerId="ADAL" clId="{E76F20D7-B205-4045-873E-3BD99823FDF7}" dt="2026-08-19T16:56:18.053" v="2831" actId="6549"/>
          <ac:spMkLst>
            <pc:docMk/>
            <pc:sldMk cId="1005693366" sldId="350"/>
            <ac:spMk id="7" creationId="{00000000-0000-0000-0000-000000000000}"/>
          </ac:spMkLst>
        </pc:spChg>
        <pc:spChg chg="mod">
          <ac:chgData name="Bennett Turner" userId="ac790710-c2d5-417f-a912-46cdb6fba09a" providerId="ADAL" clId="{E76F20D7-B205-4045-873E-3BD99823FDF7}" dt="2026-08-19T16:56:20.776" v="2832" actId="6549"/>
          <ac:spMkLst>
            <pc:docMk/>
            <pc:sldMk cId="1005693366" sldId="350"/>
            <ac:spMk id="14" creationId="{6994C6D2-0773-27A1-BD3E-14E2B39804D8}"/>
          </ac:spMkLst>
        </pc:spChg>
        <pc:spChg chg="mod">
          <ac:chgData name="Bennett Turner" userId="ac790710-c2d5-417f-a912-46cdb6fba09a" providerId="ADAL" clId="{E76F20D7-B205-4045-873E-3BD99823FDF7}" dt="2026-08-19T16:56:23.221" v="2833" actId="6549"/>
          <ac:spMkLst>
            <pc:docMk/>
            <pc:sldMk cId="1005693366" sldId="350"/>
            <ac:spMk id="15" creationId="{05F77DB6-4EA3-7139-460E-B6B6C5D8CDF9}"/>
          </ac:spMkLst>
        </pc:spChg>
        <pc:spChg chg="mod">
          <ac:chgData name="Bennett Turner" userId="ac790710-c2d5-417f-a912-46cdb6fba09a" providerId="ADAL" clId="{E76F20D7-B205-4045-873E-3BD99823FDF7}" dt="2026-08-19T16:56:25.451" v="2834" actId="6549"/>
          <ac:spMkLst>
            <pc:docMk/>
            <pc:sldMk cId="1005693366" sldId="350"/>
            <ac:spMk id="16" creationId="{4CE85346-92C1-75C0-B555-1E49630AC09D}"/>
          </ac:spMkLst>
        </pc:spChg>
        <pc:spChg chg="mod">
          <ac:chgData name="Bennett Turner" userId="ac790710-c2d5-417f-a912-46cdb6fba09a" providerId="ADAL" clId="{E76F20D7-B205-4045-873E-3BD99823FDF7}" dt="2026-08-19T16:55:47.701" v="2818"/>
          <ac:spMkLst>
            <pc:docMk/>
            <pc:sldMk cId="1005693366" sldId="350"/>
            <ac:spMk id="18" creationId="{00000000-0000-0000-0000-000000000000}"/>
          </ac:spMkLst>
        </pc:spChg>
        <pc:spChg chg="mod">
          <ac:chgData name="Bennett Turner" userId="ac790710-c2d5-417f-a912-46cdb6fba09a" providerId="ADAL" clId="{E76F20D7-B205-4045-873E-3BD99823FDF7}" dt="2026-08-19T16:55:47.701" v="2820"/>
          <ac:spMkLst>
            <pc:docMk/>
            <pc:sldMk cId="1005693366" sldId="350"/>
            <ac:spMk id="19" creationId="{00000000-0000-0000-0000-000000000000}"/>
          </ac:spMkLst>
        </pc:spChg>
        <pc:spChg chg="mod">
          <ac:chgData name="Bennett Turner" userId="ac790710-c2d5-417f-a912-46cdb6fba09a" providerId="ADAL" clId="{E76F20D7-B205-4045-873E-3BD99823FDF7}" dt="2026-08-19T16:55:47.701" v="2823"/>
          <ac:spMkLst>
            <pc:docMk/>
            <pc:sldMk cId="1005693366" sldId="350"/>
            <ac:spMk id="20" creationId="{00000000-0000-0000-0000-000000000000}"/>
          </ac:spMkLst>
        </pc:spChg>
        <pc:spChg chg="mod">
          <ac:chgData name="Bennett Turner" userId="ac790710-c2d5-417f-a912-46cdb6fba09a" providerId="ADAL" clId="{E76F20D7-B205-4045-873E-3BD99823FDF7}" dt="2026-08-19T16:55:47.701" v="2819"/>
          <ac:spMkLst>
            <pc:docMk/>
            <pc:sldMk cId="1005693366" sldId="350"/>
            <ac:spMk id="21" creationId="{00000000-0000-0000-0000-000000000000}"/>
          </ac:spMkLst>
        </pc:spChg>
        <pc:spChg chg="mod">
          <ac:chgData name="Bennett Turner" userId="ac790710-c2d5-417f-a912-46cdb6fba09a" providerId="ADAL" clId="{E76F20D7-B205-4045-873E-3BD99823FDF7}" dt="2026-08-19T16:55:47.701" v="2821"/>
          <ac:spMkLst>
            <pc:docMk/>
            <pc:sldMk cId="1005693366" sldId="350"/>
            <ac:spMk id="22" creationId="{00000000-0000-0000-0000-000000000000}"/>
          </ac:spMkLst>
        </pc:spChg>
        <pc:spChg chg="mod">
          <ac:chgData name="Bennett Turner" userId="ac790710-c2d5-417f-a912-46cdb6fba09a" providerId="ADAL" clId="{E76F20D7-B205-4045-873E-3BD99823FDF7}" dt="2026-08-19T16:55:47.704" v="2825"/>
          <ac:spMkLst>
            <pc:docMk/>
            <pc:sldMk cId="1005693366" sldId="350"/>
            <ac:spMk id="23" creationId="{00000000-0000-0000-0000-000000000000}"/>
          </ac:spMkLst>
        </pc:spChg>
        <pc:spChg chg="del">
          <ac:chgData name="Bennett Turner" userId="ac790710-c2d5-417f-a912-46cdb6fba09a" providerId="ADAL" clId="{E76F20D7-B205-4045-873E-3BD99823FDF7}" dt="2026-08-19T16:56:10.217" v="2826" actId="478"/>
          <ac:spMkLst>
            <pc:docMk/>
            <pc:sldMk cId="1005693366" sldId="350"/>
            <ac:spMk id="24" creationId="{00000000-0000-0000-0000-000000000000}"/>
          </ac:spMkLst>
        </pc:spChg>
      </pc:sldChg>
      <pc:sldChg chg="add del">
        <pc:chgData name="Bennett Turner" userId="ac790710-c2d5-417f-a912-46cdb6fba09a" providerId="ADAL" clId="{E76F20D7-B205-4045-873E-3BD99823FDF7}" dt="2026-08-19T16:58:39.511" v="2845"/>
        <pc:sldMkLst>
          <pc:docMk/>
          <pc:sldMk cId="1293221971" sldId="351"/>
        </pc:sldMkLst>
      </pc:sldChg>
      <pc:sldChg chg="modSp add mod">
        <pc:chgData name="Bennett Turner" userId="ac790710-c2d5-417f-a912-46cdb6fba09a" providerId="ADAL" clId="{E76F20D7-B205-4045-873E-3BD99823FDF7}" dt="2026-08-19T17:14:27.571" v="3113"/>
        <pc:sldMkLst>
          <pc:docMk/>
          <pc:sldMk cId="2369351676" sldId="352"/>
        </pc:sldMkLst>
        <pc:spChg chg="mod">
          <ac:chgData name="Bennett Turner" userId="ac790710-c2d5-417f-a912-46cdb6fba09a" providerId="ADAL" clId="{E76F20D7-B205-4045-873E-3BD99823FDF7}" dt="2026-08-19T17:09:56.665" v="3051"/>
          <ac:spMkLst>
            <pc:docMk/>
            <pc:sldMk cId="2369351676" sldId="352"/>
            <ac:spMk id="20" creationId="{00000000-0000-0000-0000-000000000000}"/>
          </ac:spMkLst>
        </pc:spChg>
        <pc:spChg chg="mod">
          <ac:chgData name="Bennett Turner" userId="ac790710-c2d5-417f-a912-46cdb6fba09a" providerId="ADAL" clId="{E76F20D7-B205-4045-873E-3BD99823FDF7}" dt="2026-08-19T17:09:56.665" v="3052"/>
          <ac:spMkLst>
            <pc:docMk/>
            <pc:sldMk cId="2369351676" sldId="352"/>
            <ac:spMk id="23" creationId="{00000000-0000-0000-0000-000000000000}"/>
          </ac:spMkLst>
        </pc:spChg>
        <pc:spChg chg="mod">
          <ac:chgData name="Bennett Turner" userId="ac790710-c2d5-417f-a912-46cdb6fba09a" providerId="ADAL" clId="{E76F20D7-B205-4045-873E-3BD99823FDF7}" dt="2026-08-19T17:14:27.571" v="3113"/>
          <ac:spMkLst>
            <pc:docMk/>
            <pc:sldMk cId="2369351676" sldId="352"/>
            <ac:spMk id="26" creationId="{00000000-0000-0000-0000-000000000000}"/>
          </ac:spMkLst>
        </pc:spChg>
      </pc:sldChg>
      <pc:sldChg chg="add del">
        <pc:chgData name="Bennett Turner" userId="ac790710-c2d5-417f-a912-46cdb6fba09a" providerId="ADAL" clId="{E76F20D7-B205-4045-873E-3BD99823FDF7}" dt="2026-08-19T17:01:34.511" v="2887"/>
        <pc:sldMkLst>
          <pc:docMk/>
          <pc:sldMk cId="3625746010" sldId="353"/>
        </pc:sldMkLst>
      </pc:sldChg>
      <pc:sldChg chg="addSp modSp add del mod">
        <pc:chgData name="Bennett Turner" userId="ac790710-c2d5-417f-a912-46cdb6fba09a" providerId="ADAL" clId="{E76F20D7-B205-4045-873E-3BD99823FDF7}" dt="2026-08-19T17:14:57.241" v="3127"/>
        <pc:sldMkLst>
          <pc:docMk/>
          <pc:sldMk cId="886745147" sldId="354"/>
        </pc:sldMkLst>
        <pc:spChg chg="mod">
          <ac:chgData name="Bennett Turner" userId="ac790710-c2d5-417f-a912-46cdb6fba09a" providerId="ADAL" clId="{E76F20D7-B205-4045-873E-3BD99823FDF7}" dt="2026-08-19T17:09:56.671" v="3053"/>
          <ac:spMkLst>
            <pc:docMk/>
            <pc:sldMk cId="886745147" sldId="354"/>
            <ac:spMk id="8" creationId="{00000000-0000-0000-0000-000000000000}"/>
          </ac:spMkLst>
        </pc:spChg>
        <pc:spChg chg="mod">
          <ac:chgData name="Bennett Turner" userId="ac790710-c2d5-417f-a912-46cdb6fba09a" providerId="ADAL" clId="{E76F20D7-B205-4045-873E-3BD99823FDF7}" dt="2026-08-19T17:09:56.671" v="3054"/>
          <ac:spMkLst>
            <pc:docMk/>
            <pc:sldMk cId="886745147" sldId="354"/>
            <ac:spMk id="11" creationId="{00000000-0000-0000-0000-000000000000}"/>
          </ac:spMkLst>
        </pc:spChg>
        <pc:spChg chg="mod">
          <ac:chgData name="Bennett Turner" userId="ac790710-c2d5-417f-a912-46cdb6fba09a" providerId="ADAL" clId="{E76F20D7-B205-4045-873E-3BD99823FDF7}" dt="2026-08-19T17:09:56.671" v="3055"/>
          <ac:spMkLst>
            <pc:docMk/>
            <pc:sldMk cId="886745147" sldId="354"/>
            <ac:spMk id="13" creationId="{00000000-0000-0000-0000-000000000000}"/>
          </ac:spMkLst>
        </pc:spChg>
        <pc:spChg chg="mod">
          <ac:chgData name="Bennett Turner" userId="ac790710-c2d5-417f-a912-46cdb6fba09a" providerId="ADAL" clId="{E76F20D7-B205-4045-873E-3BD99823FDF7}" dt="2026-08-19T17:09:56.671" v="3056"/>
          <ac:spMkLst>
            <pc:docMk/>
            <pc:sldMk cId="886745147" sldId="354"/>
            <ac:spMk id="20" creationId="{E5E82799-F031-44B6-B761-1FCD054B21E5}"/>
          </ac:spMkLst>
        </pc:spChg>
        <pc:spChg chg="add mod">
          <ac:chgData name="Bennett Turner" userId="ac790710-c2d5-417f-a912-46cdb6fba09a" providerId="ADAL" clId="{E76F20D7-B205-4045-873E-3BD99823FDF7}" dt="2026-08-19T17:06:00.371" v="3049" actId="14100"/>
          <ac:spMkLst>
            <pc:docMk/>
            <pc:sldMk cId="886745147" sldId="354"/>
            <ac:spMk id="22" creationId="{8FBD28C7-D22C-9E71-C04D-30C259A0D70C}"/>
          </ac:spMkLst>
        </pc:spChg>
        <pc:spChg chg="mod">
          <ac:chgData name="Bennett Turner" userId="ac790710-c2d5-417f-a912-46cdb6fba09a" providerId="ADAL" clId="{E76F20D7-B205-4045-873E-3BD99823FDF7}" dt="2026-08-19T17:13:51.413" v="3082"/>
          <ac:spMkLst>
            <pc:docMk/>
            <pc:sldMk cId="886745147" sldId="354"/>
            <ac:spMk id="32" creationId="{00000000-0000-0000-0000-000000000000}"/>
          </ac:spMkLst>
        </pc:spChg>
        <pc:spChg chg="mod">
          <ac:chgData name="Bennett Turner" userId="ac790710-c2d5-417f-a912-46cdb6fba09a" providerId="ADAL" clId="{E76F20D7-B205-4045-873E-3BD99823FDF7}" dt="2026-08-19T17:13:51.413" v="3083"/>
          <ac:spMkLst>
            <pc:docMk/>
            <pc:sldMk cId="886745147" sldId="354"/>
            <ac:spMk id="34" creationId="{00000000-0000-0000-0000-000000000000}"/>
          </ac:spMkLst>
        </pc:spChg>
        <pc:cxnChg chg="add mod">
          <ac:chgData name="Bennett Turner" userId="ac790710-c2d5-417f-a912-46cdb6fba09a" providerId="ADAL" clId="{E76F20D7-B205-4045-873E-3BD99823FDF7}" dt="2026-08-19T17:04:52.231" v="3015" actId="1035"/>
          <ac:cxnSpMkLst>
            <pc:docMk/>
            <pc:sldMk cId="886745147" sldId="354"/>
            <ac:cxnSpMk id="21" creationId="{9C64216D-5872-C072-B410-40EC101102DD}"/>
          </ac:cxnSpMkLst>
        </pc:cxnChg>
      </pc:sldChg>
      <pc:sldChg chg="modSp add mod">
        <pc:chgData name="Bennett Turner" userId="ac790710-c2d5-417f-a912-46cdb6fba09a" providerId="ADAL" clId="{E76F20D7-B205-4045-873E-3BD99823FDF7}" dt="2026-08-19T17:18:23.854" v="3215"/>
        <pc:sldMkLst>
          <pc:docMk/>
          <pc:sldMk cId="1568077625" sldId="355"/>
        </pc:sldMkLst>
        <pc:spChg chg="mod">
          <ac:chgData name="Bennett Turner" userId="ac790710-c2d5-417f-a912-46cdb6fba09a" providerId="ADAL" clId="{E76F20D7-B205-4045-873E-3BD99823FDF7}" dt="2026-08-19T17:16:07.632" v="3154"/>
          <ac:spMkLst>
            <pc:docMk/>
            <pc:sldMk cId="1568077625" sldId="355"/>
            <ac:spMk id="12" creationId="{00000000-0000-0000-0000-000000000000}"/>
          </ac:spMkLst>
        </pc:spChg>
        <pc:spChg chg="mod">
          <ac:chgData name="Bennett Turner" userId="ac790710-c2d5-417f-a912-46cdb6fba09a" providerId="ADAL" clId="{E76F20D7-B205-4045-873E-3BD99823FDF7}" dt="2026-08-19T17:16:07.635" v="3156"/>
          <ac:spMkLst>
            <pc:docMk/>
            <pc:sldMk cId="1568077625" sldId="355"/>
            <ac:spMk id="13" creationId="{00000000-0000-0000-0000-000000000000}"/>
          </ac:spMkLst>
        </pc:spChg>
        <pc:spChg chg="mod">
          <ac:chgData name="Bennett Turner" userId="ac790710-c2d5-417f-a912-46cdb6fba09a" providerId="ADAL" clId="{E76F20D7-B205-4045-873E-3BD99823FDF7}" dt="2026-08-19T17:18:23.854" v="3215"/>
          <ac:spMkLst>
            <pc:docMk/>
            <pc:sldMk cId="1568077625" sldId="355"/>
            <ac:spMk id="32" creationId="{00000000-0000-0000-0000-000000000000}"/>
          </ac:spMkLst>
        </pc:spChg>
      </pc:sldChg>
      <pc:sldChg chg="modSp add mod">
        <pc:chgData name="Bennett Turner" userId="ac790710-c2d5-417f-a912-46cdb6fba09a" providerId="ADAL" clId="{E76F20D7-B205-4045-873E-3BD99823FDF7}" dt="2026-08-19T17:27:16.681" v="3327"/>
        <pc:sldMkLst>
          <pc:docMk/>
          <pc:sldMk cId="1195951717" sldId="356"/>
        </pc:sldMkLst>
        <pc:spChg chg="mod">
          <ac:chgData name="Bennett Turner" userId="ac790710-c2d5-417f-a912-46cdb6fba09a" providerId="ADAL" clId="{E76F20D7-B205-4045-873E-3BD99823FDF7}" dt="2026-08-19T17:27:16.681" v="3327"/>
          <ac:spMkLst>
            <pc:docMk/>
            <pc:sldMk cId="1195951717" sldId="356"/>
            <ac:spMk id="6" creationId="{2D469AC6-A982-B281-031A-30524C554A2A}"/>
          </ac:spMkLst>
        </pc:spChg>
        <pc:spChg chg="mod">
          <ac:chgData name="Bennett Turner" userId="ac790710-c2d5-417f-a912-46cdb6fba09a" providerId="ADAL" clId="{E76F20D7-B205-4045-873E-3BD99823FDF7}" dt="2026-08-19T17:18:23.854" v="3229"/>
          <ac:spMkLst>
            <pc:docMk/>
            <pc:sldMk cId="1195951717" sldId="356"/>
            <ac:spMk id="19" creationId="{509EE2C2-A657-F14E-88C0-D7685EACAFEF}"/>
          </ac:spMkLst>
        </pc:spChg>
      </pc:sldChg>
      <pc:sldChg chg="modSp add del mod">
        <pc:chgData name="Bennett Turner" userId="ac790710-c2d5-417f-a912-46cdb6fba09a" providerId="ADAL" clId="{E76F20D7-B205-4045-873E-3BD99823FDF7}" dt="2026-08-19T17:17:19.961" v="3181"/>
        <pc:sldMkLst>
          <pc:docMk/>
          <pc:sldMk cId="1137639350" sldId="357"/>
        </pc:sldMkLst>
        <pc:spChg chg="mod">
          <ac:chgData name="Bennett Turner" userId="ac790710-c2d5-417f-a912-46cdb6fba09a" providerId="ADAL" clId="{E76F20D7-B205-4045-873E-3BD99823FDF7}" dt="2026-08-19T17:16:08.455" v="3158"/>
          <ac:spMkLst>
            <pc:docMk/>
            <pc:sldMk cId="1137639350" sldId="357"/>
            <ac:spMk id="12" creationId="{54610266-56EA-45C1-B4C1-76599372FC6D}"/>
          </ac:spMkLst>
        </pc:spChg>
        <pc:spChg chg="mod">
          <ac:chgData name="Bennett Turner" userId="ac790710-c2d5-417f-a912-46cdb6fba09a" providerId="ADAL" clId="{E76F20D7-B205-4045-873E-3BD99823FDF7}" dt="2026-08-19T17:16:08.455" v="3160"/>
          <ac:spMkLst>
            <pc:docMk/>
            <pc:sldMk cId="1137639350" sldId="357"/>
            <ac:spMk id="14" creationId="{9448A1E9-D0BA-4BEC-9175-7995602EFB9D}"/>
          </ac:spMkLst>
        </pc:spChg>
        <pc:spChg chg="mod">
          <ac:chgData name="Bennett Turner" userId="ac790710-c2d5-417f-a912-46cdb6fba09a" providerId="ADAL" clId="{E76F20D7-B205-4045-873E-3BD99823FDF7}" dt="2026-08-19T17:16:08.455" v="3161"/>
          <ac:spMkLst>
            <pc:docMk/>
            <pc:sldMk cId="1137639350" sldId="357"/>
            <ac:spMk id="17" creationId="{B0C2E82A-03A1-4CFF-9CB7-055E659A2E6C}"/>
          </ac:spMkLst>
        </pc:spChg>
        <pc:spChg chg="mod">
          <ac:chgData name="Bennett Turner" userId="ac790710-c2d5-417f-a912-46cdb6fba09a" providerId="ADAL" clId="{E76F20D7-B205-4045-873E-3BD99823FDF7}" dt="2026-08-19T17:16:08.456" v="3162"/>
          <ac:spMkLst>
            <pc:docMk/>
            <pc:sldMk cId="1137639350" sldId="357"/>
            <ac:spMk id="25" creationId="{E1354C0B-567C-4DFA-B13B-37228E5ABF2F}"/>
          </ac:spMkLst>
        </pc:spChg>
      </pc:sldChg>
      <pc:sldChg chg="modSp add mod">
        <pc:chgData name="Bennett Turner" userId="ac790710-c2d5-417f-a912-46cdb6fba09a" providerId="ADAL" clId="{E76F20D7-B205-4045-873E-3BD99823FDF7}" dt="2026-08-19T17:25:20.210" v="3326" actId="14100"/>
        <pc:sldMkLst>
          <pc:docMk/>
          <pc:sldMk cId="1249748847" sldId="358"/>
        </pc:sldMkLst>
        <pc:spChg chg="mod">
          <ac:chgData name="Bennett Turner" userId="ac790710-c2d5-417f-a912-46cdb6fba09a" providerId="ADAL" clId="{E76F20D7-B205-4045-873E-3BD99823FDF7}" dt="2026-08-19T17:24:25.043" v="3303" actId="20577"/>
          <ac:spMkLst>
            <pc:docMk/>
            <pc:sldMk cId="1249748847" sldId="358"/>
            <ac:spMk id="12" creationId="{54610266-56EA-45C1-B4C1-76599372FC6D}"/>
          </ac:spMkLst>
        </pc:spChg>
        <pc:spChg chg="mod">
          <ac:chgData name="Bennett Turner" userId="ac790710-c2d5-417f-a912-46cdb6fba09a" providerId="ADAL" clId="{E76F20D7-B205-4045-873E-3BD99823FDF7}" dt="2026-08-19T17:24:31.604" v="3314" actId="20577"/>
          <ac:spMkLst>
            <pc:docMk/>
            <pc:sldMk cId="1249748847" sldId="358"/>
            <ac:spMk id="14" creationId="{9448A1E9-D0BA-4BEC-9175-7995602EFB9D}"/>
          </ac:spMkLst>
        </pc:spChg>
        <pc:spChg chg="mod">
          <ac:chgData name="Bennett Turner" userId="ac790710-c2d5-417f-a912-46cdb6fba09a" providerId="ADAL" clId="{E76F20D7-B205-4045-873E-3BD99823FDF7}" dt="2026-08-19T17:23:40.922" v="3291" actId="14100"/>
          <ac:spMkLst>
            <pc:docMk/>
            <pc:sldMk cId="1249748847" sldId="358"/>
            <ac:spMk id="19" creationId="{00000000-0000-0000-0000-000000000000}"/>
          </ac:spMkLst>
        </pc:spChg>
        <pc:spChg chg="mod">
          <ac:chgData name="Bennett Turner" userId="ac790710-c2d5-417f-a912-46cdb6fba09a" providerId="ADAL" clId="{E76F20D7-B205-4045-873E-3BD99823FDF7}" dt="2026-08-19T17:23:03.824" v="3238" actId="14100"/>
          <ac:spMkLst>
            <pc:docMk/>
            <pc:sldMk cId="1249748847" sldId="358"/>
            <ac:spMk id="20" creationId="{00000000-0000-0000-0000-000000000000}"/>
          </ac:spMkLst>
        </pc:spChg>
        <pc:spChg chg="mod">
          <ac:chgData name="Bennett Turner" userId="ac790710-c2d5-417f-a912-46cdb6fba09a" providerId="ADAL" clId="{E76F20D7-B205-4045-873E-3BD99823FDF7}" dt="2026-08-19T17:18:23.854" v="3236"/>
          <ac:spMkLst>
            <pc:docMk/>
            <pc:sldMk cId="1249748847" sldId="358"/>
            <ac:spMk id="21" creationId="{00000000-0000-0000-0000-000000000000}"/>
          </ac:spMkLst>
        </pc:spChg>
        <pc:spChg chg="mod">
          <ac:chgData name="Bennett Turner" userId="ac790710-c2d5-417f-a912-46cdb6fba09a" providerId="ADAL" clId="{E76F20D7-B205-4045-873E-3BD99823FDF7}" dt="2026-08-19T17:24:58.211" v="3318" actId="108"/>
          <ac:spMkLst>
            <pc:docMk/>
            <pc:sldMk cId="1249748847" sldId="358"/>
            <ac:spMk id="27" creationId="{59F00168-1589-417C-423A-D6F1235A5A69}"/>
          </ac:spMkLst>
        </pc:spChg>
        <pc:spChg chg="mod">
          <ac:chgData name="Bennett Turner" userId="ac790710-c2d5-417f-a912-46cdb6fba09a" providerId="ADAL" clId="{E76F20D7-B205-4045-873E-3BD99823FDF7}" dt="2026-08-19T17:17:27.691" v="3194"/>
          <ac:spMkLst>
            <pc:docMk/>
            <pc:sldMk cId="1249748847" sldId="358"/>
            <ac:spMk id="28" creationId="{822FA983-099B-73FC-5D49-E4FA3FF94343}"/>
          </ac:spMkLst>
        </pc:spChg>
        <pc:spChg chg="mod">
          <ac:chgData name="Bennett Turner" userId="ac790710-c2d5-417f-a912-46cdb6fba09a" providerId="ADAL" clId="{E76F20D7-B205-4045-873E-3BD99823FDF7}" dt="2026-08-19T17:25:20.210" v="3326" actId="14100"/>
          <ac:spMkLst>
            <pc:docMk/>
            <pc:sldMk cId="1249748847" sldId="358"/>
            <ac:spMk id="29" creationId="{F33A9A94-8755-B34F-78F6-EB998E1169AA}"/>
          </ac:spMkLst>
        </pc:spChg>
      </pc:sldChg>
      <pc:sldMasterChg chg="modSldLayout">
        <pc:chgData name="Bennett Turner" userId="ac790710-c2d5-417f-a912-46cdb6fba09a" providerId="ADAL" clId="{E76F20D7-B205-4045-873E-3BD99823FDF7}" dt="2026-08-19T17:17:19.966" v="3188"/>
        <pc:sldMasterMkLst>
          <pc:docMk/>
          <pc:sldMasterMk cId="0" sldId="2147483648"/>
        </pc:sldMasterMkLst>
        <pc:sldLayoutChg chg="addSp delSp modSp mod">
          <pc:chgData name="Bennett Turner" userId="ac790710-c2d5-417f-a912-46cdb6fba09a" providerId="ADAL" clId="{E76F20D7-B205-4045-873E-3BD99823FDF7}" dt="2026-08-19T17:17:19.966" v="3188"/>
          <pc:sldLayoutMkLst>
            <pc:docMk/>
            <pc:sldMasterMk cId="0" sldId="2147483648"/>
            <pc:sldLayoutMk cId="0" sldId="2147483649"/>
          </pc:sldLayoutMkLst>
          <pc:spChg chg="add del mod modVis">
            <ac:chgData name="Bennett Turner" userId="ac790710-c2d5-417f-a912-46cdb6fba09a" providerId="ADAL" clId="{E76F20D7-B205-4045-873E-3BD99823FDF7}" dt="2026-08-19T16:55:08.318" v="2802"/>
            <ac:spMkLst>
              <pc:docMk/>
              <pc:sldMasterMk cId="0" sldId="2147483648"/>
              <pc:sldLayoutMk cId="0" sldId="2147483649"/>
              <ac:spMk id="2" creationId="{A7B4EBE6-269D-45E8-4E9B-FFA26006B538}"/>
            </ac:spMkLst>
          </pc:spChg>
          <pc:spChg chg="add del mod modVis">
            <ac:chgData name="Bennett Turner" userId="ac790710-c2d5-417f-a912-46cdb6fba09a" providerId="ADAL" clId="{E76F20D7-B205-4045-873E-3BD99823FDF7}" dt="2026-08-19T14:50:39.741" v="448"/>
            <ac:spMkLst>
              <pc:docMk/>
              <pc:sldMasterMk cId="0" sldId="2147483648"/>
              <pc:sldLayoutMk cId="0" sldId="2147483649"/>
              <ac:spMk id="2" creationId="{B229DD05-EE6B-18D2-445C-FFAD7488C58E}"/>
            </ac:spMkLst>
          </pc:spChg>
          <pc:spChg chg="add del mod modVis">
            <ac:chgData name="Bennett Turner" userId="ac790710-c2d5-417f-a912-46cdb6fba09a" providerId="ADAL" clId="{E76F20D7-B205-4045-873E-3BD99823FDF7}" dt="2026-08-19T14:51:01.811" v="456"/>
            <ac:spMkLst>
              <pc:docMk/>
              <pc:sldMasterMk cId="0" sldId="2147483648"/>
              <pc:sldLayoutMk cId="0" sldId="2147483649"/>
              <ac:spMk id="3" creationId="{6EB93339-A659-3019-2B82-E56064704C24}"/>
            </ac:spMkLst>
          </pc:spChg>
          <pc:spChg chg="add del mod modVis">
            <ac:chgData name="Bennett Turner" userId="ac790710-c2d5-417f-a912-46cdb6fba09a" providerId="ADAL" clId="{E76F20D7-B205-4045-873E-3BD99823FDF7}" dt="2026-08-19T16:55:42.371" v="2811"/>
            <ac:spMkLst>
              <pc:docMk/>
              <pc:sldMasterMk cId="0" sldId="2147483648"/>
              <pc:sldLayoutMk cId="0" sldId="2147483649"/>
              <ac:spMk id="3" creationId="{A1331306-D021-2699-22AC-FBC86BFB2658}"/>
            </ac:spMkLst>
          </pc:spChg>
          <pc:spChg chg="add del mod modVis">
            <ac:chgData name="Bennett Turner" userId="ac790710-c2d5-417f-a912-46cdb6fba09a" providerId="ADAL" clId="{E76F20D7-B205-4045-873E-3BD99823FDF7}" dt="2026-08-19T14:53:19.811" v="520"/>
            <ac:spMkLst>
              <pc:docMk/>
              <pc:sldMasterMk cId="0" sldId="2147483648"/>
              <pc:sldLayoutMk cId="0" sldId="2147483649"/>
              <ac:spMk id="4" creationId="{1F15258F-C506-C297-0D10-EDAE2B4DCD92}"/>
            </ac:spMkLst>
          </pc:spChg>
          <pc:spChg chg="add del mod modVis">
            <ac:chgData name="Bennett Turner" userId="ac790710-c2d5-417f-a912-46cdb6fba09a" providerId="ADAL" clId="{E76F20D7-B205-4045-873E-3BD99823FDF7}" dt="2026-08-19T16:57:23.032" v="2837"/>
            <ac:spMkLst>
              <pc:docMk/>
              <pc:sldMasterMk cId="0" sldId="2147483648"/>
              <pc:sldLayoutMk cId="0" sldId="2147483649"/>
              <ac:spMk id="4" creationId="{94B9001D-5DE6-59A7-EC9B-5195FEF4B1D0}"/>
            </ac:spMkLst>
          </pc:spChg>
          <pc:spChg chg="add del mod modVis">
            <ac:chgData name="Bennett Turner" userId="ac790710-c2d5-417f-a912-46cdb6fba09a" providerId="ADAL" clId="{E76F20D7-B205-4045-873E-3BD99823FDF7}" dt="2026-08-19T16:58:39.515" v="2846"/>
            <ac:spMkLst>
              <pc:docMk/>
              <pc:sldMasterMk cId="0" sldId="2147483648"/>
              <pc:sldLayoutMk cId="0" sldId="2147483649"/>
              <ac:spMk id="5" creationId="{6F8A8BD5-1AD9-FA3C-437F-3A39701F5539}"/>
            </ac:spMkLst>
          </pc:spChg>
          <pc:spChg chg="add del mod modVis">
            <ac:chgData name="Bennett Turner" userId="ac790710-c2d5-417f-a912-46cdb6fba09a" providerId="ADAL" clId="{E76F20D7-B205-4045-873E-3BD99823FDF7}" dt="2026-08-19T14:53:34.047" v="529"/>
            <ac:spMkLst>
              <pc:docMk/>
              <pc:sldMasterMk cId="0" sldId="2147483648"/>
              <pc:sldLayoutMk cId="0" sldId="2147483649"/>
              <ac:spMk id="5" creationId="{8E8B2D3E-241F-0555-48B5-BBC707E6CC43}"/>
            </ac:spMkLst>
          </pc:spChg>
          <pc:spChg chg="add del mod modVis">
            <ac:chgData name="Bennett Turner" userId="ac790710-c2d5-417f-a912-46cdb6fba09a" providerId="ADAL" clId="{E76F20D7-B205-4045-873E-3BD99823FDF7}" dt="2026-08-19T14:54:02.307" v="538"/>
            <ac:spMkLst>
              <pc:docMk/>
              <pc:sldMasterMk cId="0" sldId="2147483648"/>
              <pc:sldLayoutMk cId="0" sldId="2147483649"/>
              <ac:spMk id="6" creationId="{48085EEE-B652-7301-1ABC-7C5B878E4509}"/>
            </ac:spMkLst>
          </pc:spChg>
          <pc:spChg chg="add del mod modVis">
            <ac:chgData name="Bennett Turner" userId="ac790710-c2d5-417f-a912-46cdb6fba09a" providerId="ADAL" clId="{E76F20D7-B205-4045-873E-3BD99823FDF7}" dt="2026-08-19T17:01:02.131" v="2879"/>
            <ac:spMkLst>
              <pc:docMk/>
              <pc:sldMasterMk cId="0" sldId="2147483648"/>
              <pc:sldLayoutMk cId="0" sldId="2147483649"/>
              <ac:spMk id="6" creationId="{4A9F4668-E2D8-33F5-E646-A6F7CBAD869A}"/>
            </ac:spMkLst>
          </pc:spChg>
          <pc:spChg chg="add del mod modVis">
            <ac:chgData name="Bennett Turner" userId="ac790710-c2d5-417f-a912-46cdb6fba09a" providerId="ADAL" clId="{E76F20D7-B205-4045-873E-3BD99823FDF7}" dt="2026-08-19T17:01:34.512" v="2888"/>
            <ac:spMkLst>
              <pc:docMk/>
              <pc:sldMasterMk cId="0" sldId="2147483648"/>
              <pc:sldLayoutMk cId="0" sldId="2147483649"/>
              <ac:spMk id="7" creationId="{1BDD18D4-EF29-17BF-9133-4F24E5123AAF}"/>
            </ac:spMkLst>
          </pc:spChg>
          <pc:spChg chg="add del mod modVis">
            <ac:chgData name="Bennett Turner" userId="ac790710-c2d5-417f-a912-46cdb6fba09a" providerId="ADAL" clId="{E76F20D7-B205-4045-873E-3BD99823FDF7}" dt="2026-08-19T14:54:13.415" v="547"/>
            <ac:spMkLst>
              <pc:docMk/>
              <pc:sldMasterMk cId="0" sldId="2147483648"/>
              <pc:sldLayoutMk cId="0" sldId="2147483649"/>
              <ac:spMk id="7" creationId="{4506F7C6-8839-6EC9-2AC5-F38E8812AA29}"/>
            </ac:spMkLst>
          </pc:spChg>
          <pc:spChg chg="add del mod modVis">
            <ac:chgData name="Bennett Turner" userId="ac790710-c2d5-417f-a912-46cdb6fba09a" providerId="ADAL" clId="{E76F20D7-B205-4045-873E-3BD99823FDF7}" dt="2026-08-19T15:27:45.641" v="755"/>
            <ac:spMkLst>
              <pc:docMk/>
              <pc:sldMasterMk cId="0" sldId="2147483648"/>
              <pc:sldLayoutMk cId="0" sldId="2147483649"/>
              <ac:spMk id="8" creationId="{6D19E43D-9C03-A256-ADE5-6300CEF0308A}"/>
            </ac:spMkLst>
          </pc:spChg>
          <pc:spChg chg="add del mod modVis">
            <ac:chgData name="Bennett Turner" userId="ac790710-c2d5-417f-a912-46cdb6fba09a" providerId="ADAL" clId="{E76F20D7-B205-4045-873E-3BD99823FDF7}" dt="2026-08-19T17:14:57.241" v="3128"/>
            <ac:spMkLst>
              <pc:docMk/>
              <pc:sldMasterMk cId="0" sldId="2147483648"/>
              <pc:sldLayoutMk cId="0" sldId="2147483649"/>
              <ac:spMk id="8" creationId="{7424AD04-874D-6A69-B969-F7D1FBE53BAC}"/>
            </ac:spMkLst>
          </pc:spChg>
          <pc:spChg chg="add del mod modVis">
            <ac:chgData name="Bennett Turner" userId="ac790710-c2d5-417f-a912-46cdb6fba09a" providerId="ADAL" clId="{E76F20D7-B205-4045-873E-3BD99823FDF7}" dt="2026-08-19T15:33:48.846" v="890"/>
            <ac:spMkLst>
              <pc:docMk/>
              <pc:sldMasterMk cId="0" sldId="2147483648"/>
              <pc:sldLayoutMk cId="0" sldId="2147483649"/>
              <ac:spMk id="9" creationId="{2824F490-1BEC-D018-0911-E23B1705BEBB}"/>
            </ac:spMkLst>
          </pc:spChg>
          <pc:spChg chg="add del mod modVis">
            <ac:chgData name="Bennett Turner" userId="ac790710-c2d5-417f-a912-46cdb6fba09a" providerId="ADAL" clId="{E76F20D7-B205-4045-873E-3BD99823FDF7}" dt="2026-08-19T17:15:08.733" v="3137"/>
            <ac:spMkLst>
              <pc:docMk/>
              <pc:sldMasterMk cId="0" sldId="2147483648"/>
              <pc:sldLayoutMk cId="0" sldId="2147483649"/>
              <ac:spMk id="9" creationId="{7C63171E-2135-03CA-CE76-54106E75B50B}"/>
            </ac:spMkLst>
          </pc:spChg>
          <pc:spChg chg="add del mod modVis">
            <ac:chgData name="Bennett Turner" userId="ac790710-c2d5-417f-a912-46cdb6fba09a" providerId="ADAL" clId="{E76F20D7-B205-4045-873E-3BD99823FDF7}" dt="2026-08-19T15:38:36.936" v="948"/>
            <ac:spMkLst>
              <pc:docMk/>
              <pc:sldMasterMk cId="0" sldId="2147483648"/>
              <pc:sldLayoutMk cId="0" sldId="2147483649"/>
              <ac:spMk id="10" creationId="{18CE2803-CF66-44C4-770D-F0122DF9EC5D}"/>
            </ac:spMkLst>
          </pc:spChg>
          <pc:spChg chg="add del mod modVis">
            <ac:chgData name="Bennett Turner" userId="ac790710-c2d5-417f-a912-46cdb6fba09a" providerId="ADAL" clId="{E76F20D7-B205-4045-873E-3BD99823FDF7}" dt="2026-08-19T17:15:21.136" v="3146"/>
            <ac:spMkLst>
              <pc:docMk/>
              <pc:sldMasterMk cId="0" sldId="2147483648"/>
              <pc:sldLayoutMk cId="0" sldId="2147483649"/>
              <ac:spMk id="10" creationId="{606B1286-BF77-2E37-44E1-E1CF54ADCBAE}"/>
            </ac:spMkLst>
          </pc:spChg>
          <pc:spChg chg="add del mod modVis">
            <ac:chgData name="Bennett Turner" userId="ac790710-c2d5-417f-a912-46cdb6fba09a" providerId="ADAL" clId="{E76F20D7-B205-4045-873E-3BD99823FDF7}" dt="2026-08-19T17:17:19.961" v="3182"/>
            <ac:spMkLst>
              <pc:docMk/>
              <pc:sldMasterMk cId="0" sldId="2147483648"/>
              <pc:sldLayoutMk cId="0" sldId="2147483649"/>
              <ac:spMk id="11" creationId="{45D942A3-2238-95EF-DA8C-7372FE0CCE93}"/>
            </ac:spMkLst>
          </pc:spChg>
          <pc:spChg chg="add del mod modVis">
            <ac:chgData name="Bennett Turner" userId="ac790710-c2d5-417f-a912-46cdb6fba09a" providerId="ADAL" clId="{E76F20D7-B205-4045-873E-3BD99823FDF7}" dt="2026-08-19T15:41:12.071" v="1004"/>
            <ac:spMkLst>
              <pc:docMk/>
              <pc:sldMasterMk cId="0" sldId="2147483648"/>
              <pc:sldLayoutMk cId="0" sldId="2147483649"/>
              <ac:spMk id="11" creationId="{65163AED-6B59-809E-FCB8-83C984ED4E7B}"/>
            </ac:spMkLst>
          </pc:spChg>
          <pc:spChg chg="add del mod modVis">
            <ac:chgData name="Bennett Turner" userId="ac790710-c2d5-417f-a912-46cdb6fba09a" providerId="ADAL" clId="{E76F20D7-B205-4045-873E-3BD99823FDF7}" dt="2026-08-19T15:41:52.405" v="1023"/>
            <ac:spMkLst>
              <pc:docMk/>
              <pc:sldMasterMk cId="0" sldId="2147483648"/>
              <pc:sldLayoutMk cId="0" sldId="2147483649"/>
              <ac:spMk id="12" creationId="{2DD30A91-643C-1CFE-BFFC-E71CF926CE11}"/>
            </ac:spMkLst>
          </pc:spChg>
          <pc:spChg chg="add mod modVis">
            <ac:chgData name="Bennett Turner" userId="ac790710-c2d5-417f-a912-46cdb6fba09a" providerId="ADAL" clId="{E76F20D7-B205-4045-873E-3BD99823FDF7}" dt="2026-08-19T17:17:19.966" v="3188"/>
            <ac:spMkLst>
              <pc:docMk/>
              <pc:sldMasterMk cId="0" sldId="2147483648"/>
              <pc:sldLayoutMk cId="0" sldId="2147483649"/>
              <ac:spMk id="12" creationId="{C2974BD8-B588-0624-D707-A5A2EF066294}"/>
            </ac:spMkLst>
          </pc:spChg>
          <pc:spChg chg="add del mod modVis">
            <ac:chgData name="Bennett Turner" userId="ac790710-c2d5-417f-a912-46cdb6fba09a" providerId="ADAL" clId="{E76F20D7-B205-4045-873E-3BD99823FDF7}" dt="2026-08-19T15:52:35.545" v="1165"/>
            <ac:spMkLst>
              <pc:docMk/>
              <pc:sldMasterMk cId="0" sldId="2147483648"/>
              <pc:sldLayoutMk cId="0" sldId="2147483649"/>
              <ac:spMk id="13" creationId="{91F5EFA2-D5BF-E97C-D48D-1C06B237E65F}"/>
            </ac:spMkLst>
          </pc:spChg>
          <pc:spChg chg="add del mod modVis">
            <ac:chgData name="Bennett Turner" userId="ac790710-c2d5-417f-a912-46cdb6fba09a" providerId="ADAL" clId="{E76F20D7-B205-4045-873E-3BD99823FDF7}" dt="2026-08-19T15:52:41.837" v="1174"/>
            <ac:spMkLst>
              <pc:docMk/>
              <pc:sldMasterMk cId="0" sldId="2147483648"/>
              <pc:sldLayoutMk cId="0" sldId="2147483649"/>
              <ac:spMk id="14" creationId="{A0A97104-3F0B-F6D3-B138-00F2D6AF90BE}"/>
            </ac:spMkLst>
          </pc:spChg>
          <pc:spChg chg="add del mod modVis">
            <ac:chgData name="Bennett Turner" userId="ac790710-c2d5-417f-a912-46cdb6fba09a" providerId="ADAL" clId="{E76F20D7-B205-4045-873E-3BD99823FDF7}" dt="2026-08-19T15:52:47.531" v="1183"/>
            <ac:spMkLst>
              <pc:docMk/>
              <pc:sldMasterMk cId="0" sldId="2147483648"/>
              <pc:sldLayoutMk cId="0" sldId="2147483649"/>
              <ac:spMk id="15" creationId="{70C2B1F9-B8C7-AA1C-3236-A0EB6970D97F}"/>
            </ac:spMkLst>
          </pc:spChg>
          <pc:spChg chg="add del mod modVis">
            <ac:chgData name="Bennett Turner" userId="ac790710-c2d5-417f-a912-46cdb6fba09a" providerId="ADAL" clId="{E76F20D7-B205-4045-873E-3BD99823FDF7}" dt="2026-08-19T15:52:52.420" v="1192"/>
            <ac:spMkLst>
              <pc:docMk/>
              <pc:sldMasterMk cId="0" sldId="2147483648"/>
              <pc:sldLayoutMk cId="0" sldId="2147483649"/>
              <ac:spMk id="16" creationId="{FB78BF32-C5E0-C8D2-45D9-0BADE22736BC}"/>
            </ac:spMkLst>
          </pc:spChg>
          <pc:spChg chg="add del mod modVis">
            <ac:chgData name="Bennett Turner" userId="ac790710-c2d5-417f-a912-46cdb6fba09a" providerId="ADAL" clId="{E76F20D7-B205-4045-873E-3BD99823FDF7}" dt="2026-08-19T15:53:00.381" v="1201"/>
            <ac:spMkLst>
              <pc:docMk/>
              <pc:sldMasterMk cId="0" sldId="2147483648"/>
              <pc:sldLayoutMk cId="0" sldId="2147483649"/>
              <ac:spMk id="17" creationId="{F35D4A39-4C70-78A3-6FF4-95A618A59450}"/>
            </ac:spMkLst>
          </pc:spChg>
          <pc:spChg chg="add del mod modVis">
            <ac:chgData name="Bennett Turner" userId="ac790710-c2d5-417f-a912-46cdb6fba09a" providerId="ADAL" clId="{E76F20D7-B205-4045-873E-3BD99823FDF7}" dt="2026-08-19T15:55:44.804" v="1249"/>
            <ac:spMkLst>
              <pc:docMk/>
              <pc:sldMasterMk cId="0" sldId="2147483648"/>
              <pc:sldLayoutMk cId="0" sldId="2147483649"/>
              <ac:spMk id="18" creationId="{402BE99F-15C9-9B35-EE10-5E184DF03757}"/>
            </ac:spMkLst>
          </pc:spChg>
          <pc:spChg chg="add del mod modVis">
            <ac:chgData name="Bennett Turner" userId="ac790710-c2d5-417f-a912-46cdb6fba09a" providerId="ADAL" clId="{E76F20D7-B205-4045-873E-3BD99823FDF7}" dt="2026-08-19T16:04:22.301" v="1318"/>
            <ac:spMkLst>
              <pc:docMk/>
              <pc:sldMasterMk cId="0" sldId="2147483648"/>
              <pc:sldLayoutMk cId="0" sldId="2147483649"/>
              <ac:spMk id="19" creationId="{90E8AF3A-9128-BC76-52ED-783AB37C953D}"/>
            </ac:spMkLst>
          </pc:spChg>
          <pc:spChg chg="add del mod modVis">
            <ac:chgData name="Bennett Turner" userId="ac790710-c2d5-417f-a912-46cdb6fba09a" providerId="ADAL" clId="{E76F20D7-B205-4045-873E-3BD99823FDF7}" dt="2026-08-19T16:51:32.761" v="2729"/>
            <ac:spMkLst>
              <pc:docMk/>
              <pc:sldMasterMk cId="0" sldId="2147483648"/>
              <pc:sldLayoutMk cId="0" sldId="2147483649"/>
              <ac:spMk id="20" creationId="{3B7E9372-6EDA-A3BB-D883-1B70AFD185A3}"/>
            </ac:spMkLst>
          </pc:spChg>
          <pc:spChg chg="del">
            <ac:chgData name="Bennett Turner" userId="ac790710-c2d5-417f-a912-46cdb6fba09a" providerId="ADAL" clId="{E76F20D7-B205-4045-873E-3BD99823FDF7}" dt="2026-08-19T14:01:28.517" v="2"/>
            <ac:spMkLst>
              <pc:docMk/>
              <pc:sldMasterMk cId="0" sldId="2147483648"/>
              <pc:sldLayoutMk cId="0" sldId="2147483649"/>
              <ac:spMk id="21" creationId="{0FAA36D0-1EFA-5EAC-1E63-07E31B7670AC}"/>
            </ac:spMkLst>
          </pc:spChg>
          <pc:spChg chg="add del mod modVis">
            <ac:chgData name="Bennett Turner" userId="ac790710-c2d5-417f-a912-46cdb6fba09a" providerId="ADAL" clId="{E76F20D7-B205-4045-873E-3BD99823FDF7}" dt="2026-08-19T14:01:54.501" v="11"/>
            <ac:spMkLst>
              <pc:docMk/>
              <pc:sldMasterMk cId="0" sldId="2147483648"/>
              <pc:sldLayoutMk cId="0" sldId="2147483649"/>
              <ac:spMk id="22" creationId="{69373925-D9B6-6A35-49A7-55F63241E113}"/>
            </ac:spMkLst>
          </pc:spChg>
          <pc:spChg chg="add del mod modVis">
            <ac:chgData name="Bennett Turner" userId="ac790710-c2d5-417f-a912-46cdb6fba09a" providerId="ADAL" clId="{E76F20D7-B205-4045-873E-3BD99823FDF7}" dt="2026-08-19T14:02:23.483" v="24"/>
            <ac:spMkLst>
              <pc:docMk/>
              <pc:sldMasterMk cId="0" sldId="2147483648"/>
              <pc:sldLayoutMk cId="0" sldId="2147483649"/>
              <ac:spMk id="23" creationId="{6476CF41-45CD-B320-43CC-D58AE12D7C23}"/>
            </ac:spMkLst>
          </pc:spChg>
          <pc:spChg chg="add del mod modVis">
            <ac:chgData name="Bennett Turner" userId="ac790710-c2d5-417f-a912-46cdb6fba09a" providerId="ADAL" clId="{E76F20D7-B205-4045-873E-3BD99823FDF7}" dt="2026-08-19T14:04:09.401" v="33"/>
            <ac:spMkLst>
              <pc:docMk/>
              <pc:sldMasterMk cId="0" sldId="2147483648"/>
              <pc:sldLayoutMk cId="0" sldId="2147483649"/>
              <ac:spMk id="24" creationId="{2503BB92-7970-42CD-2BDD-AB1791C22182}"/>
            </ac:spMkLst>
          </pc:spChg>
          <pc:spChg chg="add del mod modVis">
            <ac:chgData name="Bennett Turner" userId="ac790710-c2d5-417f-a912-46cdb6fba09a" providerId="ADAL" clId="{E76F20D7-B205-4045-873E-3BD99823FDF7}" dt="2026-08-19T14:04:26.897" v="56"/>
            <ac:spMkLst>
              <pc:docMk/>
              <pc:sldMasterMk cId="0" sldId="2147483648"/>
              <pc:sldLayoutMk cId="0" sldId="2147483649"/>
              <ac:spMk id="25" creationId="{F524A438-42CE-7E9A-49F1-5F000AF3623A}"/>
            </ac:spMkLst>
          </pc:spChg>
          <pc:spChg chg="add del mod modVis">
            <ac:chgData name="Bennett Turner" userId="ac790710-c2d5-417f-a912-46cdb6fba09a" providerId="ADAL" clId="{E76F20D7-B205-4045-873E-3BD99823FDF7}" dt="2026-08-19T14:06:46.311" v="65"/>
            <ac:spMkLst>
              <pc:docMk/>
              <pc:sldMasterMk cId="0" sldId="2147483648"/>
              <pc:sldLayoutMk cId="0" sldId="2147483649"/>
              <ac:spMk id="26" creationId="{45FB0021-0E77-F2E3-4803-1F3BB6C02544}"/>
            </ac:spMkLst>
          </pc:spChg>
          <pc:spChg chg="add del mod modVis">
            <ac:chgData name="Bennett Turner" userId="ac790710-c2d5-417f-a912-46cdb6fba09a" providerId="ADAL" clId="{E76F20D7-B205-4045-873E-3BD99823FDF7}" dt="2026-08-19T14:10:53.505" v="73"/>
            <ac:spMkLst>
              <pc:docMk/>
              <pc:sldMasterMk cId="0" sldId="2147483648"/>
              <pc:sldLayoutMk cId="0" sldId="2147483649"/>
              <ac:spMk id="27" creationId="{FD76F1ED-1201-B554-7606-966C89049A10}"/>
            </ac:spMkLst>
          </pc:spChg>
          <pc:spChg chg="add del mod modVis">
            <ac:chgData name="Bennett Turner" userId="ac790710-c2d5-417f-a912-46cdb6fba09a" providerId="ADAL" clId="{E76F20D7-B205-4045-873E-3BD99823FDF7}" dt="2026-08-19T14:15:51.483" v="132"/>
            <ac:spMkLst>
              <pc:docMk/>
              <pc:sldMasterMk cId="0" sldId="2147483648"/>
              <pc:sldLayoutMk cId="0" sldId="2147483649"/>
              <ac:spMk id="28" creationId="{E2A0AA39-458D-DE9C-2DAC-EBA4145E2641}"/>
            </ac:spMkLst>
          </pc:spChg>
          <pc:spChg chg="add del mod modVis">
            <ac:chgData name="Bennett Turner" userId="ac790710-c2d5-417f-a912-46cdb6fba09a" providerId="ADAL" clId="{E76F20D7-B205-4045-873E-3BD99823FDF7}" dt="2026-08-19T14:19:39.870" v="141"/>
            <ac:spMkLst>
              <pc:docMk/>
              <pc:sldMasterMk cId="0" sldId="2147483648"/>
              <pc:sldLayoutMk cId="0" sldId="2147483649"/>
              <ac:spMk id="29" creationId="{AAB27879-A8CF-9C0A-60A4-5F2EAE6F13E2}"/>
            </ac:spMkLst>
          </pc:spChg>
          <pc:spChg chg="add del mod modVis">
            <ac:chgData name="Bennett Turner" userId="ac790710-c2d5-417f-a912-46cdb6fba09a" providerId="ADAL" clId="{E76F20D7-B205-4045-873E-3BD99823FDF7}" dt="2026-08-19T14:19:46.091" v="150"/>
            <ac:spMkLst>
              <pc:docMk/>
              <pc:sldMasterMk cId="0" sldId="2147483648"/>
              <pc:sldLayoutMk cId="0" sldId="2147483649"/>
              <ac:spMk id="30" creationId="{36EB9592-1FFE-0AD8-10B9-3709BBD0E649}"/>
            </ac:spMkLst>
          </pc:spChg>
          <pc:spChg chg="add del mod modVis">
            <ac:chgData name="Bennett Turner" userId="ac790710-c2d5-417f-a912-46cdb6fba09a" providerId="ADAL" clId="{E76F20D7-B205-4045-873E-3BD99823FDF7}" dt="2026-08-19T14:19:51.451" v="159"/>
            <ac:spMkLst>
              <pc:docMk/>
              <pc:sldMasterMk cId="0" sldId="2147483648"/>
              <pc:sldLayoutMk cId="0" sldId="2147483649"/>
              <ac:spMk id="31" creationId="{913F1D4B-5150-A200-4219-DEC17AB3FF2D}"/>
            </ac:spMkLst>
          </pc:spChg>
          <pc:spChg chg="add del mod modVis">
            <ac:chgData name="Bennett Turner" userId="ac790710-c2d5-417f-a912-46cdb6fba09a" providerId="ADAL" clId="{E76F20D7-B205-4045-873E-3BD99823FDF7}" dt="2026-08-19T14:19:58.538" v="168"/>
            <ac:spMkLst>
              <pc:docMk/>
              <pc:sldMasterMk cId="0" sldId="2147483648"/>
              <pc:sldLayoutMk cId="0" sldId="2147483649"/>
              <ac:spMk id="32" creationId="{E1C44A0E-C670-96F4-D908-DDA6A3E3E6DA}"/>
            </ac:spMkLst>
          </pc:spChg>
          <pc:spChg chg="add del mod modVis">
            <ac:chgData name="Bennett Turner" userId="ac790710-c2d5-417f-a912-46cdb6fba09a" providerId="ADAL" clId="{E76F20D7-B205-4045-873E-3BD99823FDF7}" dt="2026-08-19T14:20:03.965" v="177"/>
            <ac:spMkLst>
              <pc:docMk/>
              <pc:sldMasterMk cId="0" sldId="2147483648"/>
              <pc:sldLayoutMk cId="0" sldId="2147483649"/>
              <ac:spMk id="33" creationId="{EADEE6EA-9617-B361-EC2B-3C6FFA024824}"/>
            </ac:spMkLst>
          </pc:spChg>
          <pc:spChg chg="add del mod modVis">
            <ac:chgData name="Bennett Turner" userId="ac790710-c2d5-417f-a912-46cdb6fba09a" providerId="ADAL" clId="{E76F20D7-B205-4045-873E-3BD99823FDF7}" dt="2026-08-19T14:20:09.201" v="186"/>
            <ac:spMkLst>
              <pc:docMk/>
              <pc:sldMasterMk cId="0" sldId="2147483648"/>
              <pc:sldLayoutMk cId="0" sldId="2147483649"/>
              <ac:spMk id="34" creationId="{3BC74AC9-1DE4-57C7-97CD-B727A1A235AF}"/>
            </ac:spMkLst>
          </pc:spChg>
          <pc:spChg chg="add del mod modVis">
            <ac:chgData name="Bennett Turner" userId="ac790710-c2d5-417f-a912-46cdb6fba09a" providerId="ADAL" clId="{E76F20D7-B205-4045-873E-3BD99823FDF7}" dt="2026-08-19T14:20:15.461" v="195"/>
            <ac:spMkLst>
              <pc:docMk/>
              <pc:sldMasterMk cId="0" sldId="2147483648"/>
              <pc:sldLayoutMk cId="0" sldId="2147483649"/>
              <ac:spMk id="35" creationId="{566F2453-7510-1DA7-BCDE-5B59B2899300}"/>
            </ac:spMkLst>
          </pc:spChg>
          <pc:spChg chg="add del mod modVis">
            <ac:chgData name="Bennett Turner" userId="ac790710-c2d5-417f-a912-46cdb6fba09a" providerId="ADAL" clId="{E76F20D7-B205-4045-873E-3BD99823FDF7}" dt="2026-08-19T14:20:23.288" v="204"/>
            <ac:spMkLst>
              <pc:docMk/>
              <pc:sldMasterMk cId="0" sldId="2147483648"/>
              <pc:sldLayoutMk cId="0" sldId="2147483649"/>
              <ac:spMk id="36" creationId="{4EE506B9-2370-21AE-84B1-25DC9F0D3766}"/>
            </ac:spMkLst>
          </pc:spChg>
          <pc:spChg chg="add del mod modVis">
            <ac:chgData name="Bennett Turner" userId="ac790710-c2d5-417f-a912-46cdb6fba09a" providerId="ADAL" clId="{E76F20D7-B205-4045-873E-3BD99823FDF7}" dt="2026-08-19T14:20:29.855" v="213"/>
            <ac:spMkLst>
              <pc:docMk/>
              <pc:sldMasterMk cId="0" sldId="2147483648"/>
              <pc:sldLayoutMk cId="0" sldId="2147483649"/>
              <ac:spMk id="37" creationId="{116BA3C5-C73E-3E23-68B1-74A6AD7832B5}"/>
            </ac:spMkLst>
          </pc:spChg>
          <pc:spChg chg="add del mod modVis">
            <ac:chgData name="Bennett Turner" userId="ac790710-c2d5-417f-a912-46cdb6fba09a" providerId="ADAL" clId="{E76F20D7-B205-4045-873E-3BD99823FDF7}" dt="2026-08-19T14:20:35.961" v="222"/>
            <ac:spMkLst>
              <pc:docMk/>
              <pc:sldMasterMk cId="0" sldId="2147483648"/>
              <pc:sldLayoutMk cId="0" sldId="2147483649"/>
              <ac:spMk id="38" creationId="{6E9CD83F-1BC3-BF60-C4FB-38F425578705}"/>
            </ac:spMkLst>
          </pc:spChg>
          <pc:spChg chg="add del mod modVis">
            <ac:chgData name="Bennett Turner" userId="ac790710-c2d5-417f-a912-46cdb6fba09a" providerId="ADAL" clId="{E76F20D7-B205-4045-873E-3BD99823FDF7}" dt="2026-08-19T14:20:42.069" v="231"/>
            <ac:spMkLst>
              <pc:docMk/>
              <pc:sldMasterMk cId="0" sldId="2147483648"/>
              <pc:sldLayoutMk cId="0" sldId="2147483649"/>
              <ac:spMk id="39" creationId="{3BF11CC2-7FE0-C354-4BA1-1530E43DBD38}"/>
            </ac:spMkLst>
          </pc:spChg>
          <pc:spChg chg="add del mod modVis">
            <ac:chgData name="Bennett Turner" userId="ac790710-c2d5-417f-a912-46cdb6fba09a" providerId="ADAL" clId="{E76F20D7-B205-4045-873E-3BD99823FDF7}" dt="2026-08-19T14:23:33.042" v="244"/>
            <ac:spMkLst>
              <pc:docMk/>
              <pc:sldMasterMk cId="0" sldId="2147483648"/>
              <pc:sldLayoutMk cId="0" sldId="2147483649"/>
              <ac:spMk id="40" creationId="{7E628F0C-7917-2ABA-B7BD-E88AFA148073}"/>
            </ac:spMkLst>
          </pc:spChg>
          <pc:spChg chg="add del mod modVis">
            <ac:chgData name="Bennett Turner" userId="ac790710-c2d5-417f-a912-46cdb6fba09a" providerId="ADAL" clId="{E76F20D7-B205-4045-873E-3BD99823FDF7}" dt="2026-08-19T14:28:36.891" v="284"/>
            <ac:spMkLst>
              <pc:docMk/>
              <pc:sldMasterMk cId="0" sldId="2147483648"/>
              <pc:sldLayoutMk cId="0" sldId="2147483649"/>
              <ac:spMk id="41" creationId="{E162B8EA-7F2A-1265-DED6-0EA651FA905F}"/>
            </ac:spMkLst>
          </pc:spChg>
          <pc:spChg chg="add del mod modVis">
            <ac:chgData name="Bennett Turner" userId="ac790710-c2d5-417f-a912-46cdb6fba09a" providerId="ADAL" clId="{E76F20D7-B205-4045-873E-3BD99823FDF7}" dt="2026-08-19T14:35:48.221" v="300"/>
            <ac:spMkLst>
              <pc:docMk/>
              <pc:sldMasterMk cId="0" sldId="2147483648"/>
              <pc:sldLayoutMk cId="0" sldId="2147483649"/>
              <ac:spMk id="42" creationId="{04A550B3-FDF7-D03E-1193-5F8EFAE11A54}"/>
            </ac:spMkLst>
          </pc:spChg>
          <pc:spChg chg="add del mod modVis">
            <ac:chgData name="Bennett Turner" userId="ac790710-c2d5-417f-a912-46cdb6fba09a" providerId="ADAL" clId="{E76F20D7-B205-4045-873E-3BD99823FDF7}" dt="2026-08-19T14:36:15.224" v="309"/>
            <ac:spMkLst>
              <pc:docMk/>
              <pc:sldMasterMk cId="0" sldId="2147483648"/>
              <pc:sldLayoutMk cId="0" sldId="2147483649"/>
              <ac:spMk id="43" creationId="{1DCC571E-28B8-2CB9-E8D2-B80997B8CF91}"/>
            </ac:spMkLst>
          </pc:spChg>
          <pc:spChg chg="add del mod modVis">
            <ac:chgData name="Bennett Turner" userId="ac790710-c2d5-417f-a912-46cdb6fba09a" providerId="ADAL" clId="{E76F20D7-B205-4045-873E-3BD99823FDF7}" dt="2026-08-19T14:38:24.411" v="318"/>
            <ac:spMkLst>
              <pc:docMk/>
              <pc:sldMasterMk cId="0" sldId="2147483648"/>
              <pc:sldLayoutMk cId="0" sldId="2147483649"/>
              <ac:spMk id="44" creationId="{D1FA0A17-D857-5925-F8FE-F341402839ED}"/>
            </ac:spMkLst>
          </pc:spChg>
          <pc:spChg chg="add del mod modVis">
            <ac:chgData name="Bennett Turner" userId="ac790710-c2d5-417f-a912-46cdb6fba09a" providerId="ADAL" clId="{E76F20D7-B205-4045-873E-3BD99823FDF7}" dt="2026-08-19T14:38:59.911" v="327"/>
            <ac:spMkLst>
              <pc:docMk/>
              <pc:sldMasterMk cId="0" sldId="2147483648"/>
              <pc:sldLayoutMk cId="0" sldId="2147483649"/>
              <ac:spMk id="45" creationId="{4E2567D4-7E48-EAC7-9186-2FF7B4877531}"/>
            </ac:spMkLst>
          </pc:spChg>
          <pc:spChg chg="add del mod modVis">
            <ac:chgData name="Bennett Turner" userId="ac790710-c2d5-417f-a912-46cdb6fba09a" providerId="ADAL" clId="{E76F20D7-B205-4045-873E-3BD99823FDF7}" dt="2026-08-19T14:50:18.322" v="438"/>
            <ac:spMkLst>
              <pc:docMk/>
              <pc:sldMasterMk cId="0" sldId="2147483648"/>
              <pc:sldLayoutMk cId="0" sldId="2147483649"/>
              <ac:spMk id="46" creationId="{1970790D-BAC7-D383-4A43-7A81E3E0BB20}"/>
            </ac:spMkLst>
          </pc:spChg>
        </pc:sldLayoutChg>
      </pc:sldMasterChg>
    </pc:docChg>
  </pc:docChgLst>
</pc:chgInfo>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manualLayout>
          <c:layoutTarget val="inner"/>
          <c:xMode val="edge"/>
          <c:yMode val="edge"/>
          <c:x val="0"/>
          <c:y val="0"/>
          <c:w val="1"/>
          <c:h val="1"/>
        </c:manualLayout>
      </c:layout>
      <c:barChart>
        <c:barDir val="col"/>
        <c:grouping val="stacked"/>
        <c:varyColors val="0"/>
        <c:ser>
          <c:idx val="0"/>
          <c:order val="0"/>
          <c:tx>
            <c:v>Bridge Base</c:v>
          </c:tx>
          <c:spPr>
            <a:noFill/>
            <a:ln>
              <a:noFill/>
            </a:ln>
          </c:spPr>
          <c:invertIfNegative val="0"/>
          <c:cat>
            <c:strLit>
              <c:ptCount val="3"/>
              <c:pt idx="0">
                <c:v>Total Cash</c:v>
              </c:pt>
              <c:pt idx="1">
                <c:v>Seller Rollover Equity</c:v>
              </c:pt>
              <c:pt idx="2">
                <c:v>Initial Consideration</c:v>
              </c:pt>
            </c:strLit>
          </c:cat>
          <c:val>
            <c:numLit>
              <c:formatCode>General</c:formatCode>
              <c:ptCount val="3"/>
              <c:pt idx="0">
                <c:v>0</c:v>
              </c:pt>
              <c:pt idx="1">
                <c:v>38</c:v>
              </c:pt>
              <c:pt idx="2">
                <c:v>0</c:v>
              </c:pt>
            </c:numLit>
          </c:val>
          <c:extLst>
            <c:ext xmlns:c16="http://schemas.microsoft.com/office/drawing/2014/chart" uri="{C3380CC4-5D6E-409C-BE32-E72D297353CC}">
              <c16:uniqueId val="{00000000-8441-415F-9E37-D51A79D9159A}"/>
            </c:ext>
          </c:extLst>
        </c:ser>
        <c:ser>
          <c:idx val="1"/>
          <c:order val="1"/>
          <c:tx>
            <c:v>Cash at Close</c:v>
          </c:tx>
          <c:spPr>
            <a:solidFill>
              <a:srgbClr val="DCE3F2"/>
            </a:solidFill>
            <a:ln>
              <a:noFill/>
            </a:ln>
          </c:spPr>
          <c:invertIfNegative val="0"/>
          <c:cat>
            <c:strLit>
              <c:ptCount val="3"/>
              <c:pt idx="0">
                <c:v>Total Cash</c:v>
              </c:pt>
              <c:pt idx="1">
                <c:v>Seller Rollover Equity</c:v>
              </c:pt>
              <c:pt idx="2">
                <c:v>Initial Consideration</c:v>
              </c:pt>
            </c:strLit>
          </c:cat>
          <c:val>
            <c:numLit>
              <c:formatCode>General</c:formatCode>
              <c:ptCount val="3"/>
              <c:pt idx="0">
                <c:v>30</c:v>
              </c:pt>
              <c:pt idx="1">
                <c:v>0</c:v>
              </c:pt>
              <c:pt idx="2">
                <c:v>0</c:v>
              </c:pt>
            </c:numLit>
          </c:val>
          <c:extLst>
            <c:ext xmlns:c16="http://schemas.microsoft.com/office/drawing/2014/chart" uri="{C3380CC4-5D6E-409C-BE32-E72D297353CC}">
              <c16:uniqueId val="{00000001-8441-415F-9E37-D51A79D9159A}"/>
            </c:ext>
          </c:extLst>
        </c:ser>
        <c:ser>
          <c:idx val="2"/>
          <c:order val="2"/>
          <c:tx>
            <c:v>Deferred Cash</c:v>
          </c:tx>
          <c:spPr>
            <a:solidFill>
              <a:srgbClr val="B9C6E4"/>
            </a:solidFill>
            <a:ln>
              <a:noFill/>
            </a:ln>
          </c:spPr>
          <c:invertIfNegative val="0"/>
          <c:cat>
            <c:strLit>
              <c:ptCount val="3"/>
              <c:pt idx="0">
                <c:v>Total Cash</c:v>
              </c:pt>
              <c:pt idx="1">
                <c:v>Seller Rollover Equity</c:v>
              </c:pt>
              <c:pt idx="2">
                <c:v>Initial Consideration</c:v>
              </c:pt>
            </c:strLit>
          </c:cat>
          <c:val>
            <c:numLit>
              <c:formatCode>General</c:formatCode>
              <c:ptCount val="3"/>
              <c:pt idx="0">
                <c:v>8</c:v>
              </c:pt>
              <c:pt idx="1">
                <c:v>0</c:v>
              </c:pt>
              <c:pt idx="2">
                <c:v>0</c:v>
              </c:pt>
            </c:numLit>
          </c:val>
          <c:extLst>
            <c:ext xmlns:c16="http://schemas.microsoft.com/office/drawing/2014/chart" uri="{C3380CC4-5D6E-409C-BE32-E72D297353CC}">
              <c16:uniqueId val="{00000002-8441-415F-9E37-D51A79D9159A}"/>
            </c:ext>
          </c:extLst>
        </c:ser>
        <c:ser>
          <c:idx val="3"/>
          <c:order val="3"/>
          <c:tx>
            <c:v>Rollover / Total</c:v>
          </c:tx>
          <c:spPr>
            <a:solidFill>
              <a:srgbClr val="825B90"/>
            </a:solidFill>
            <a:ln>
              <a:noFill/>
            </a:ln>
          </c:spPr>
          <c:invertIfNegative val="0"/>
          <c:dPt>
            <c:idx val="2"/>
            <c:invertIfNegative val="0"/>
            <c:bubble3D val="0"/>
            <c:spPr>
              <a:solidFill>
                <a:srgbClr val="201243"/>
              </a:solidFill>
              <a:ln>
                <a:noFill/>
              </a:ln>
            </c:spPr>
            <c:extLst>
              <c:ext xmlns:c16="http://schemas.microsoft.com/office/drawing/2014/chart" uri="{C3380CC4-5D6E-409C-BE32-E72D297353CC}">
                <c16:uniqueId val="{00000004-8441-415F-9E37-D51A79D9159A}"/>
              </c:ext>
            </c:extLst>
          </c:dPt>
          <c:cat>
            <c:strLit>
              <c:ptCount val="3"/>
              <c:pt idx="0">
                <c:v>Total Cash</c:v>
              </c:pt>
              <c:pt idx="1">
                <c:v>Seller Rollover Equity</c:v>
              </c:pt>
              <c:pt idx="2">
                <c:v>Initial Consideration</c:v>
              </c:pt>
            </c:strLit>
          </c:cat>
          <c:val>
            <c:numLit>
              <c:formatCode>General</c:formatCode>
              <c:ptCount val="3"/>
              <c:pt idx="0">
                <c:v>0</c:v>
              </c:pt>
              <c:pt idx="1">
                <c:v>5</c:v>
              </c:pt>
              <c:pt idx="2">
                <c:v>43</c:v>
              </c:pt>
            </c:numLit>
          </c:val>
          <c:extLst>
            <c:ext xmlns:c16="http://schemas.microsoft.com/office/drawing/2014/chart" uri="{C3380CC4-5D6E-409C-BE32-E72D297353CC}">
              <c16:uniqueId val="{00000005-8441-415F-9E37-D51A79D9159A}"/>
            </c:ext>
          </c:extLst>
        </c:ser>
        <c:dLbls>
          <c:showLegendKey val="0"/>
          <c:showVal val="0"/>
          <c:showCatName val="0"/>
          <c:showSerName val="0"/>
          <c:showPercent val="0"/>
          <c:showBubbleSize val="0"/>
        </c:dLbls>
        <c:gapWidth val="75"/>
        <c:overlap val="100"/>
        <c:axId val="411"/>
        <c:axId val="422"/>
      </c:barChart>
      <c:catAx>
        <c:axId val="411"/>
        <c:scaling>
          <c:orientation val="minMax"/>
        </c:scaling>
        <c:delete val="1"/>
        <c:axPos val="b"/>
        <c:numFmt formatCode="General" sourceLinked="0"/>
        <c:majorTickMark val="none"/>
        <c:minorTickMark val="none"/>
        <c:tickLblPos val="none"/>
        <c:crossAx val="422"/>
        <c:crosses val="autoZero"/>
        <c:auto val="1"/>
        <c:lblAlgn val="ctr"/>
        <c:lblOffset val="100"/>
        <c:noMultiLvlLbl val="1"/>
      </c:catAx>
      <c:valAx>
        <c:axId val="422"/>
        <c:scaling>
          <c:orientation val="minMax"/>
          <c:max val="50"/>
          <c:min val="0"/>
        </c:scaling>
        <c:delete val="1"/>
        <c:axPos val="l"/>
        <c:numFmt formatCode="General" sourceLinked="1"/>
        <c:majorTickMark val="none"/>
        <c:minorTickMark val="none"/>
        <c:tickLblPos val="none"/>
        <c:crossAx val="411"/>
        <c:crosses val="autoZero"/>
        <c:crossBetween val="between"/>
      </c:valAx>
      <c:spPr>
        <a:noFill/>
        <a:ln>
          <a:noFill/>
        </a:ln>
      </c:spPr>
    </c:plotArea>
    <c:plotVisOnly val="1"/>
    <c:dispBlanksAs val="gap"/>
    <c:showDLblsOverMax val="1"/>
  </c:chart>
  <c:spPr>
    <a:noFill/>
    <a:ln>
      <a:noFill/>
    </a:ln>
  </c:sp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manualLayout>
          <c:layoutTarget val="inner"/>
          <c:xMode val="edge"/>
          <c:yMode val="edge"/>
          <c:x val="0.02"/>
          <c:y val="0.14000000000000001"/>
          <c:w val="0.96"/>
          <c:h val="0.86"/>
        </c:manualLayout>
      </c:layout>
      <c:barChart>
        <c:barDir val="col"/>
        <c:grouping val="clustered"/>
        <c:varyColors val="0"/>
        <c:ser>
          <c:idx val="0"/>
          <c:order val="0"/>
          <c:tx>
            <c:strRef>
              <c:f>Sheet1!$B$1</c:f>
              <c:strCache>
                <c:ptCount val="1"/>
                <c:pt idx="0">
                  <c:v>Center EBITDA</c:v>
                </c:pt>
              </c:strCache>
            </c:strRef>
          </c:tx>
          <c:spPr>
            <a:solidFill>
              <a:srgbClr val="6585C7"/>
            </a:solidFill>
            <a:ln>
              <a:noFill/>
            </a:ln>
          </c:spPr>
          <c:invertIfNegative val="0"/>
          <c:dPt>
            <c:idx val="1"/>
            <c:invertIfNegative val="0"/>
            <c:bubble3D val="0"/>
            <c:spPr>
              <a:solidFill>
                <a:srgbClr val="201243"/>
              </a:solidFill>
              <a:ln>
                <a:noFill/>
              </a:ln>
            </c:spPr>
            <c:extLst>
              <c:ext xmlns:c16="http://schemas.microsoft.com/office/drawing/2014/chart" uri="{C3380CC4-5D6E-409C-BE32-E72D297353CC}">
                <c16:uniqueId val="{00000001-29F6-4582-876C-039B5567D2BF}"/>
              </c:ext>
            </c:extLst>
          </c:dPt>
          <c:dLbls>
            <c:dLbl>
              <c:idx val="0"/>
              <c:tx>
                <c:rich>
                  <a:bodyPr wrap="none"/>
                  <a:lstStyle/>
                  <a:p>
                    <a:pPr>
                      <a:defRPr sz="1500" b="1">
                        <a:solidFill>
                          <a:srgbClr val="201243"/>
                        </a:solidFill>
                      </a:defRPr>
                    </a:pPr>
                    <a:r>
                      <a:rPr lang="en-US" sz="1500" b="1" dirty="0">
                        <a:solidFill>
                          <a:srgbClr val="201243"/>
                        </a:solidFill>
                      </a:rPr>
                      <a:t>$1.0M</a:t>
                    </a:r>
                  </a:p>
                </c:rich>
              </c:tx>
              <c:spPr>
                <a:noFill/>
                <a:ln>
                  <a:noFill/>
                </a:ln>
              </c:spPr>
              <c:dLblPos val="outEnd"/>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15:showDataLabelsRange val="0"/>
                </c:ext>
                <c:ext xmlns:c16="http://schemas.microsoft.com/office/drawing/2014/chart" uri="{C3380CC4-5D6E-409C-BE32-E72D297353CC}">
                  <c16:uniqueId val="{00000002-29F6-4582-876C-039B5567D2BF}"/>
                </c:ext>
              </c:extLst>
            </c:dLbl>
            <c:dLbl>
              <c:idx val="1"/>
              <c:tx>
                <c:rich>
                  <a:bodyPr wrap="none"/>
                  <a:lstStyle/>
                  <a:p>
                    <a:pPr>
                      <a:defRPr sz="1500" b="1">
                        <a:solidFill>
                          <a:srgbClr val="201243"/>
                        </a:solidFill>
                      </a:defRPr>
                    </a:pPr>
                    <a:r>
                      <a:rPr lang="en-US" sz="1500" b="1" dirty="0">
                        <a:solidFill>
                          <a:srgbClr val="201243"/>
                        </a:solidFill>
                      </a:rPr>
                      <a:t>$1.7M</a:t>
                    </a:r>
                  </a:p>
                </c:rich>
              </c:tx>
              <c:spPr>
                <a:noFill/>
                <a:ln>
                  <a:noFill/>
                </a:ln>
              </c:spPr>
              <c:dLblPos val="outEnd"/>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15:showDataLabelsRange val="0"/>
                </c:ext>
                <c:ext xmlns:c16="http://schemas.microsoft.com/office/drawing/2014/chart" uri="{C3380CC4-5D6E-409C-BE32-E72D297353CC}">
                  <c16:uniqueId val="{00000001-29F6-4582-876C-039B5567D2BF}"/>
                </c:ext>
              </c:extLst>
            </c:dLbl>
            <c:spPr>
              <a:noFill/>
              <a:ln>
                <a:noFill/>
              </a:ln>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At Close</c:v>
                </c:pt>
                <c:pt idx="1">
                  <c:v>Year 3</c:v>
                </c:pt>
              </c:strCache>
            </c:strRef>
          </c:cat>
          <c:val>
            <c:numRef>
              <c:f>Sheet1!$B$2:$B$3</c:f>
              <c:numCache>
                <c:formatCode>General</c:formatCode>
                <c:ptCount val="2"/>
                <c:pt idx="0">
                  <c:v>1</c:v>
                </c:pt>
                <c:pt idx="1">
                  <c:v>1.7</c:v>
                </c:pt>
              </c:numCache>
            </c:numRef>
          </c:val>
          <c:extLst>
            <c:ext xmlns:c16="http://schemas.microsoft.com/office/drawing/2014/chart" uri="{C3380CC4-5D6E-409C-BE32-E72D297353CC}">
              <c16:uniqueId val="{00000003-29F6-4582-876C-039B5567D2BF}"/>
            </c:ext>
          </c:extLst>
        </c:ser>
        <c:dLbls>
          <c:showLegendKey val="0"/>
          <c:showVal val="0"/>
          <c:showCatName val="0"/>
          <c:showSerName val="0"/>
          <c:showPercent val="0"/>
          <c:showBubbleSize val="0"/>
        </c:dLbls>
        <c:gapWidth val="70"/>
        <c:axId val="111111111"/>
        <c:axId val="222222222"/>
      </c:barChart>
      <c:catAx>
        <c:axId val="111111111"/>
        <c:scaling>
          <c:orientation val="minMax"/>
        </c:scaling>
        <c:delete val="1"/>
        <c:axPos val="b"/>
        <c:numFmt formatCode="General" sourceLinked="0"/>
        <c:majorTickMark val="none"/>
        <c:minorTickMark val="none"/>
        <c:tickLblPos val="none"/>
        <c:crossAx val="222222222"/>
        <c:crosses val="autoZero"/>
        <c:auto val="1"/>
        <c:lblAlgn val="ctr"/>
        <c:lblOffset val="100"/>
        <c:noMultiLvlLbl val="1"/>
      </c:catAx>
      <c:valAx>
        <c:axId val="222222222"/>
        <c:scaling>
          <c:orientation val="minMax"/>
          <c:max val="2.6"/>
          <c:min val="0"/>
        </c:scaling>
        <c:delete val="1"/>
        <c:axPos val="l"/>
        <c:numFmt formatCode="General" sourceLinked="1"/>
        <c:majorTickMark val="none"/>
        <c:minorTickMark val="none"/>
        <c:tickLblPos val="none"/>
        <c:crossAx val="111111111"/>
        <c:crosses val="autoZero"/>
        <c:crossBetween val="between"/>
      </c:valAx>
      <c:spPr>
        <a:noFill/>
        <a:ln>
          <a:noFill/>
        </a:ln>
      </c:spPr>
    </c:plotArea>
    <c:plotVisOnly val="1"/>
    <c:dispBlanksAs val="gap"/>
    <c:showDLblsOverMax val="1"/>
  </c:chart>
  <c:spPr>
    <a:noFill/>
    <a:ln>
      <a:noFill/>
    </a:ln>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manualLayout>
          <c:layoutTarget val="inner"/>
          <c:xMode val="edge"/>
          <c:yMode val="edge"/>
          <c:x val="1.7999999999999999E-2"/>
          <c:y val="0.17399999999999999"/>
          <c:w val="0.96299999999999997"/>
          <c:h val="0.78300000000000003"/>
        </c:manualLayout>
      </c:layout>
      <c:barChart>
        <c:barDir val="col"/>
        <c:grouping val="clustered"/>
        <c:varyColors val="0"/>
        <c:ser>
          <c:idx val="0"/>
          <c:order val="0"/>
          <c:tx>
            <c:v>EV / EBITDA multiple</c:v>
          </c:tx>
          <c:spPr>
            <a:solidFill>
              <a:srgbClr val="6585C7"/>
            </a:solidFill>
            <a:ln>
              <a:noFill/>
            </a:ln>
          </c:spPr>
          <c:invertIfNegative val="0"/>
          <c:dPt>
            <c:idx val="0"/>
            <c:invertIfNegative val="0"/>
            <c:bubble3D val="0"/>
            <c:extLst>
              <c:ext xmlns:c16="http://schemas.microsoft.com/office/drawing/2014/chart" uri="{C3380CC4-5D6E-409C-BE32-E72D297353CC}">
                <c16:uniqueId val="{00000001-E3CF-458C-9D8A-3C39681C5250}"/>
              </c:ext>
            </c:extLst>
          </c:dPt>
          <c:dPt>
            <c:idx val="1"/>
            <c:invertIfNegative val="0"/>
            <c:bubble3D val="0"/>
            <c:spPr>
              <a:solidFill>
                <a:srgbClr val="201243"/>
              </a:solidFill>
              <a:ln>
                <a:noFill/>
              </a:ln>
            </c:spPr>
            <c:extLst>
              <c:ext xmlns:c16="http://schemas.microsoft.com/office/drawing/2014/chart" uri="{C3380CC4-5D6E-409C-BE32-E72D297353CC}">
                <c16:uniqueId val="{00000003-E3CF-458C-9D8A-3C39681C5250}"/>
              </c:ext>
            </c:extLst>
          </c:dPt>
          <c:dLbls>
            <c:dLbl>
              <c:idx val="0"/>
              <c:tx>
                <c:rich>
                  <a:bodyPr wrap="none"/>
                  <a:lstStyle/>
                  <a:p>
                    <a:pPr>
                      <a:defRPr sz="1500" b="1">
                        <a:solidFill>
                          <a:srgbClr val="201243"/>
                        </a:solidFill>
                      </a:defRPr>
                    </a:pPr>
                    <a:r>
                      <a:rPr lang="en-US" sz="1500" b="1">
                        <a:solidFill>
                          <a:srgbClr val="201243"/>
                        </a:solidFill>
                      </a:rPr>
                      <a:t>4 – 6x</a:t>
                    </a:r>
                  </a:p>
                </c:rich>
              </c:tx>
              <c:spPr>
                <a:noFill/>
                <a:ln>
                  <a:noFill/>
                </a:ln>
              </c:spPr>
              <c:dLblPos val="outEnd"/>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15:showDataLabelsRange val="0"/>
                </c:ext>
                <c:ext xmlns:c16="http://schemas.microsoft.com/office/drawing/2014/chart" uri="{C3380CC4-5D6E-409C-BE32-E72D297353CC}">
                  <c16:uniqueId val="{00000001-E3CF-458C-9D8A-3C39681C5250}"/>
                </c:ext>
              </c:extLst>
            </c:dLbl>
            <c:dLbl>
              <c:idx val="1"/>
              <c:tx>
                <c:rich>
                  <a:bodyPr wrap="none"/>
                  <a:lstStyle/>
                  <a:p>
                    <a:pPr>
                      <a:defRPr sz="1500" b="1">
                        <a:solidFill>
                          <a:srgbClr val="201243"/>
                        </a:solidFill>
                      </a:defRPr>
                    </a:pPr>
                    <a:r>
                      <a:rPr lang="en-US" sz="1500" b="1">
                        <a:solidFill>
                          <a:srgbClr val="201243"/>
                        </a:solidFill>
                      </a:rPr>
                      <a:t>9 – 16x</a:t>
                    </a:r>
                  </a:p>
                </c:rich>
              </c:tx>
              <c:spPr>
                <a:noFill/>
                <a:ln>
                  <a:noFill/>
                </a:ln>
              </c:spPr>
              <c:dLblPos val="outEnd"/>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15:showDataLabelsRange val="0"/>
                </c:ext>
                <c:ext xmlns:c16="http://schemas.microsoft.com/office/drawing/2014/chart" uri="{C3380CC4-5D6E-409C-BE32-E72D297353CC}">
                  <c16:uniqueId val="{00000003-E3CF-458C-9D8A-3C39681C5250}"/>
                </c:ext>
              </c:extLst>
            </c:dLbl>
            <c:spPr>
              <a:noFill/>
              <a:ln>
                <a:noFill/>
              </a:ln>
            </c:spPr>
            <c:txPr>
              <a:bodyPr/>
              <a:lstStyle/>
              <a:p>
                <a:pPr>
                  <a:defRPr sz="1500" b="1">
                    <a:solidFill>
                      <a:srgbClr val="201243"/>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Independent Practice Entry</c:v>
              </c:pt>
              <c:pt idx="1">
                <c:v>Scaled Platform Valuation</c:v>
              </c:pt>
            </c:strLit>
          </c:cat>
          <c:val>
            <c:numLit>
              <c:formatCode>General</c:formatCode>
              <c:ptCount val="2"/>
              <c:pt idx="0">
                <c:v>5.6</c:v>
              </c:pt>
              <c:pt idx="1">
                <c:v>16</c:v>
              </c:pt>
            </c:numLit>
          </c:val>
          <c:extLst>
            <c:ext xmlns:c16="http://schemas.microsoft.com/office/drawing/2014/chart" uri="{C3380CC4-5D6E-409C-BE32-E72D297353CC}">
              <c16:uniqueId val="{00000004-E3CF-458C-9D8A-3C39681C5250}"/>
            </c:ext>
          </c:extLst>
        </c:ser>
        <c:dLbls>
          <c:showLegendKey val="0"/>
          <c:showVal val="0"/>
          <c:showCatName val="0"/>
          <c:showSerName val="0"/>
          <c:showPercent val="0"/>
          <c:showBubbleSize val="0"/>
        </c:dLbls>
        <c:gapWidth val="110"/>
        <c:axId val="111"/>
        <c:axId val="222"/>
      </c:barChart>
      <c:catAx>
        <c:axId val="111"/>
        <c:scaling>
          <c:orientation val="minMax"/>
        </c:scaling>
        <c:delete val="1"/>
        <c:axPos val="b"/>
        <c:numFmt formatCode="General" sourceLinked="0"/>
        <c:majorTickMark val="none"/>
        <c:minorTickMark val="none"/>
        <c:tickLblPos val="none"/>
        <c:crossAx val="222"/>
        <c:crosses val="autoZero"/>
        <c:auto val="1"/>
        <c:lblAlgn val="ctr"/>
        <c:lblOffset val="100"/>
        <c:noMultiLvlLbl val="1"/>
      </c:catAx>
      <c:valAx>
        <c:axId val="222"/>
        <c:scaling>
          <c:orientation val="minMax"/>
          <c:max val="16"/>
          <c:min val="0"/>
        </c:scaling>
        <c:delete val="1"/>
        <c:axPos val="l"/>
        <c:numFmt formatCode="General" sourceLinked="1"/>
        <c:majorTickMark val="none"/>
        <c:minorTickMark val="none"/>
        <c:tickLblPos val="none"/>
        <c:crossAx val="111"/>
        <c:crosses val="autoZero"/>
        <c:crossBetween val="between"/>
      </c:valAx>
      <c:spPr>
        <a:noFill/>
        <a:ln>
          <a:noFill/>
        </a:ln>
      </c:spPr>
    </c:plotArea>
    <c:plotVisOnly val="1"/>
    <c:dispBlanksAs val="gap"/>
    <c:showDLblsOverMax val="1"/>
  </c:chart>
  <c:spPr>
    <a:noFill/>
    <a:ln>
      <a:noFill/>
    </a:ln>
  </c:spPr>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manualLayout>
          <c:layoutTarget val="inner"/>
          <c:xMode val="edge"/>
          <c:yMode val="edge"/>
          <c:x val="0"/>
          <c:y val="0"/>
          <c:w val="1"/>
          <c:h val="1"/>
        </c:manualLayout>
      </c:layout>
      <c:barChart>
        <c:barDir val="col"/>
        <c:grouping val="stacked"/>
        <c:varyColors val="0"/>
        <c:ser>
          <c:idx val="0"/>
          <c:order val="0"/>
          <c:tx>
            <c:v>Bridge Base</c:v>
          </c:tx>
          <c:spPr>
            <a:noFill/>
            <a:ln>
              <a:noFill/>
            </a:ln>
          </c:spPr>
          <c:invertIfNegative val="0"/>
          <c:cat>
            <c:strLit>
              <c:ptCount val="4"/>
              <c:pt idx="0">
                <c:v>Total Cash</c:v>
              </c:pt>
              <c:pt idx="1">
                <c:v>Seller Rollover Equity</c:v>
              </c:pt>
              <c:pt idx="2">
                <c:v>Potential Equity Value Increase</c:v>
              </c:pt>
              <c:pt idx="3">
                <c:v>Total Consideration</c:v>
              </c:pt>
            </c:strLit>
          </c:cat>
          <c:val>
            <c:numLit>
              <c:formatCode>General</c:formatCode>
              <c:ptCount val="4"/>
              <c:pt idx="0">
                <c:v>0</c:v>
              </c:pt>
              <c:pt idx="1">
                <c:v>38</c:v>
              </c:pt>
              <c:pt idx="2">
                <c:v>43</c:v>
              </c:pt>
              <c:pt idx="3">
                <c:v>0</c:v>
              </c:pt>
            </c:numLit>
          </c:val>
          <c:extLst>
            <c:ext xmlns:c16="http://schemas.microsoft.com/office/drawing/2014/chart" uri="{C3380CC4-5D6E-409C-BE32-E72D297353CC}">
              <c16:uniqueId val="{00000000-8441-415F-9E37-D51A79D9159A}"/>
            </c:ext>
          </c:extLst>
        </c:ser>
        <c:ser>
          <c:idx val="1"/>
          <c:order val="1"/>
          <c:tx>
            <c:v>Cash at Close</c:v>
          </c:tx>
          <c:spPr>
            <a:solidFill>
              <a:srgbClr val="DCE3F2"/>
            </a:solidFill>
            <a:ln>
              <a:noFill/>
            </a:ln>
          </c:spPr>
          <c:invertIfNegative val="0"/>
          <c:cat>
            <c:strLit>
              <c:ptCount val="4"/>
              <c:pt idx="0">
                <c:v>Total Cash</c:v>
              </c:pt>
              <c:pt idx="1">
                <c:v>Seller Rollover Equity</c:v>
              </c:pt>
              <c:pt idx="2">
                <c:v>Potential Equity Value Increase</c:v>
              </c:pt>
              <c:pt idx="3">
                <c:v>Total Consideration</c:v>
              </c:pt>
            </c:strLit>
          </c:cat>
          <c:val>
            <c:numLit>
              <c:formatCode>General</c:formatCode>
              <c:ptCount val="4"/>
              <c:pt idx="0">
                <c:v>30</c:v>
              </c:pt>
              <c:pt idx="1">
                <c:v>0</c:v>
              </c:pt>
              <c:pt idx="2">
                <c:v>0</c:v>
              </c:pt>
              <c:pt idx="3">
                <c:v>0</c:v>
              </c:pt>
            </c:numLit>
          </c:val>
          <c:extLst>
            <c:ext xmlns:c16="http://schemas.microsoft.com/office/drawing/2014/chart" uri="{C3380CC4-5D6E-409C-BE32-E72D297353CC}">
              <c16:uniqueId val="{00000001-8441-415F-9E37-D51A79D9159A}"/>
            </c:ext>
          </c:extLst>
        </c:ser>
        <c:ser>
          <c:idx val="2"/>
          <c:order val="2"/>
          <c:tx>
            <c:v>Deferred Cash</c:v>
          </c:tx>
          <c:spPr>
            <a:solidFill>
              <a:srgbClr val="B9C6E4"/>
            </a:solidFill>
            <a:ln>
              <a:noFill/>
            </a:ln>
          </c:spPr>
          <c:invertIfNegative val="0"/>
          <c:cat>
            <c:strLit>
              <c:ptCount val="4"/>
              <c:pt idx="0">
                <c:v>Total Cash</c:v>
              </c:pt>
              <c:pt idx="1">
                <c:v>Seller Rollover Equity</c:v>
              </c:pt>
              <c:pt idx="2">
                <c:v>Potential Equity Value Increase</c:v>
              </c:pt>
              <c:pt idx="3">
                <c:v>Total Consideration</c:v>
              </c:pt>
            </c:strLit>
          </c:cat>
          <c:val>
            <c:numLit>
              <c:formatCode>General</c:formatCode>
              <c:ptCount val="4"/>
              <c:pt idx="0">
                <c:v>8</c:v>
              </c:pt>
              <c:pt idx="1">
                <c:v>0</c:v>
              </c:pt>
              <c:pt idx="2">
                <c:v>0</c:v>
              </c:pt>
              <c:pt idx="3">
                <c:v>0</c:v>
              </c:pt>
            </c:numLit>
          </c:val>
          <c:extLst>
            <c:ext xmlns:c16="http://schemas.microsoft.com/office/drawing/2014/chart" uri="{C3380CC4-5D6E-409C-BE32-E72D297353CC}">
              <c16:uniqueId val="{00000002-8441-415F-9E37-D51A79D9159A}"/>
            </c:ext>
          </c:extLst>
        </c:ser>
        <c:ser>
          <c:idx val="3"/>
          <c:order val="3"/>
          <c:tx>
            <c:v>Rollover / Total</c:v>
          </c:tx>
          <c:spPr>
            <a:solidFill>
              <a:srgbClr val="825B90"/>
            </a:solidFill>
            <a:ln>
              <a:noFill/>
            </a:ln>
          </c:spPr>
          <c:invertIfNegative val="0"/>
          <c:dPt>
            <c:idx val="2"/>
            <c:invertIfNegative val="0"/>
            <c:bubble3D val="0"/>
            <c:spPr>
              <a:solidFill>
                <a:srgbClr val="B58FC0"/>
              </a:solidFill>
              <a:ln>
                <a:noFill/>
              </a:ln>
            </c:spPr>
            <c:extLst>
              <c:ext xmlns:c16="http://schemas.microsoft.com/office/drawing/2014/chart" uri="{C3380CC4-5D6E-409C-BE32-E72D297353CC}">
                <c16:uniqueId val="{00000004-8441-415F-9E37-D51A79D9159A}"/>
              </c:ext>
            </c:extLst>
          </c:dPt>
          <c:dPt>
            <c:idx val="3"/>
            <c:invertIfNegative val="0"/>
            <c:bubble3D val="0"/>
            <c:spPr>
              <a:solidFill>
                <a:srgbClr val="201243"/>
              </a:solidFill>
              <a:ln>
                <a:noFill/>
              </a:ln>
            </c:spPr>
            <c:extLst>
              <c:ext xmlns:c16="http://schemas.microsoft.com/office/drawing/2014/chart" uri="{C3380CC4-5D6E-409C-BE32-E72D297353CC}">
                <c16:uniqueId val="{00000003-C532-4ADC-BB6D-1B56C7A61DCE}"/>
              </c:ext>
            </c:extLst>
          </c:dPt>
          <c:cat>
            <c:strLit>
              <c:ptCount val="4"/>
              <c:pt idx="0">
                <c:v>Total Cash</c:v>
              </c:pt>
              <c:pt idx="1">
                <c:v>Seller Rollover Equity</c:v>
              </c:pt>
              <c:pt idx="2">
                <c:v>Potential Equity Value Increase</c:v>
              </c:pt>
              <c:pt idx="3">
                <c:v>Total Consideration</c:v>
              </c:pt>
            </c:strLit>
          </c:cat>
          <c:val>
            <c:numLit>
              <c:formatCode>General</c:formatCode>
              <c:ptCount val="4"/>
              <c:pt idx="0">
                <c:v>0</c:v>
              </c:pt>
              <c:pt idx="1">
                <c:v>5</c:v>
              </c:pt>
              <c:pt idx="2">
                <c:v>15</c:v>
              </c:pt>
              <c:pt idx="3">
                <c:v>58</c:v>
              </c:pt>
            </c:numLit>
          </c:val>
          <c:extLst>
            <c:ext xmlns:c16="http://schemas.microsoft.com/office/drawing/2014/chart" uri="{C3380CC4-5D6E-409C-BE32-E72D297353CC}">
              <c16:uniqueId val="{00000005-8441-415F-9E37-D51A79D9159A}"/>
            </c:ext>
          </c:extLst>
        </c:ser>
        <c:dLbls>
          <c:showLegendKey val="0"/>
          <c:showVal val="0"/>
          <c:showCatName val="0"/>
          <c:showSerName val="0"/>
          <c:showPercent val="0"/>
          <c:showBubbleSize val="0"/>
        </c:dLbls>
        <c:gapWidth val="75"/>
        <c:overlap val="100"/>
        <c:axId val="411"/>
        <c:axId val="422"/>
      </c:barChart>
      <c:catAx>
        <c:axId val="411"/>
        <c:scaling>
          <c:orientation val="minMax"/>
        </c:scaling>
        <c:delete val="1"/>
        <c:axPos val="b"/>
        <c:numFmt formatCode="General" sourceLinked="0"/>
        <c:majorTickMark val="none"/>
        <c:minorTickMark val="none"/>
        <c:tickLblPos val="none"/>
        <c:crossAx val="422"/>
        <c:crosses val="autoZero"/>
        <c:auto val="1"/>
        <c:lblAlgn val="ctr"/>
        <c:lblOffset val="100"/>
        <c:noMultiLvlLbl val="1"/>
      </c:catAx>
      <c:valAx>
        <c:axId val="422"/>
        <c:scaling>
          <c:orientation val="minMax"/>
          <c:max val="62"/>
          <c:min val="0"/>
        </c:scaling>
        <c:delete val="1"/>
        <c:axPos val="l"/>
        <c:numFmt formatCode="General" sourceLinked="1"/>
        <c:majorTickMark val="none"/>
        <c:minorTickMark val="none"/>
        <c:tickLblPos val="none"/>
        <c:crossAx val="411"/>
        <c:crosses val="autoZero"/>
        <c:crossBetween val="between"/>
      </c:valAx>
      <c:spPr>
        <a:noFill/>
        <a:ln>
          <a:noFill/>
        </a:ln>
      </c:spPr>
    </c:plotArea>
    <c:plotVisOnly val="1"/>
    <c:dispBlanksAs val="gap"/>
    <c:showDLblsOverMax val="1"/>
  </c:chart>
  <c:spPr>
    <a:noFill/>
    <a:ln>
      <a:noFill/>
    </a:ln>
  </c:spPr>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0"/>
  <c:style val="2"/>
  <c:chart>
    <c:autoTitleDeleted val="1"/>
    <c:plotArea>
      <c:layout>
        <c:manualLayout>
          <c:layoutTarget val="inner"/>
          <c:xMode val="edge"/>
          <c:yMode val="edge"/>
          <c:x val="0"/>
          <c:y val="0"/>
          <c:w val="1"/>
          <c:h val="1"/>
        </c:manualLayout>
      </c:layout>
      <c:pieChart>
        <c:varyColors val="1"/>
        <c:ser>
          <c:idx val="0"/>
          <c:order val="0"/>
          <c:tx>
            <c:v>Ownership</c:v>
          </c:tx>
          <c:dPt>
            <c:idx val="0"/>
            <c:bubble3D val="0"/>
            <c:spPr>
              <a:solidFill>
                <a:srgbClr val="6585C7"/>
              </a:solidFill>
              <a:ln w="12700">
                <a:solidFill>
                  <a:srgbClr val="FFFFFF"/>
                </a:solidFill>
              </a:ln>
            </c:spPr>
            <c:extLst>
              <c:ext xmlns:c16="http://schemas.microsoft.com/office/drawing/2014/chart" uri="{C3380CC4-5D6E-409C-BE32-E72D297353CC}">
                <c16:uniqueId val="{00000001-EB3C-4FE7-8FC5-1A180422BBB9}"/>
              </c:ext>
            </c:extLst>
          </c:dPt>
          <c:dPt>
            <c:idx val="1"/>
            <c:bubble3D val="0"/>
            <c:spPr>
              <a:solidFill>
                <a:srgbClr val="201243"/>
              </a:solidFill>
              <a:ln w="12700">
                <a:solidFill>
                  <a:srgbClr val="FFFFFF"/>
                </a:solidFill>
              </a:ln>
            </c:spPr>
            <c:extLst>
              <c:ext xmlns:c16="http://schemas.microsoft.com/office/drawing/2014/chart" uri="{C3380CC4-5D6E-409C-BE32-E72D297353CC}">
                <c16:uniqueId val="{00000003-EB3C-4FE7-8FC5-1A180422BBB9}"/>
              </c:ext>
            </c:extLst>
          </c:dPt>
          <c:cat>
            <c:strLit>
              <c:ptCount val="2"/>
              <c:pt idx="0">
                <c:v>Your retained stake</c:v>
              </c:pt>
              <c:pt idx="1">
                <c:v>RadX</c:v>
              </c:pt>
            </c:strLit>
          </c:cat>
          <c:val>
            <c:numLit>
              <c:formatCode>General</c:formatCode>
              <c:ptCount val="2"/>
              <c:pt idx="0">
                <c:v>20</c:v>
              </c:pt>
              <c:pt idx="1">
                <c:v>80</c:v>
              </c:pt>
            </c:numLit>
          </c:val>
          <c:extLst>
            <c:ext xmlns:c16="http://schemas.microsoft.com/office/drawing/2014/chart" uri="{C3380CC4-5D6E-409C-BE32-E72D297353CC}">
              <c16:uniqueId val="{00000004-EB3C-4FE7-8FC5-1A180422BBB9}"/>
            </c:ext>
          </c:extLst>
        </c:ser>
        <c:dLbls>
          <c:showLegendKey val="0"/>
          <c:showVal val="0"/>
          <c:showCatName val="0"/>
          <c:showSerName val="0"/>
          <c:showPercent val="0"/>
          <c:showBubbleSize val="0"/>
          <c:showLeaderLines val="1"/>
        </c:dLbls>
        <c:firstSliceAng val="0"/>
      </c:pieChart>
      <c:spPr>
        <a:noFill/>
        <a:ln>
          <a:noFill/>
        </a:ln>
      </c:spPr>
    </c:plotArea>
    <c:plotVisOnly val="1"/>
    <c:dispBlanksAs val="gap"/>
    <c:showDLblsOverMax val="1"/>
  </c:chart>
  <c:spPr>
    <a:noFill/>
    <a:ln>
      <a:noFill/>
    </a:ln>
  </c:spPr>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0"/>
  <c:style val="2"/>
  <c:chart>
    <c:autoTitleDeleted val="1"/>
    <c:plotArea>
      <c:layout>
        <c:manualLayout>
          <c:layoutTarget val="inner"/>
          <c:xMode val="edge"/>
          <c:yMode val="edge"/>
          <c:x val="0"/>
          <c:y val="0"/>
          <c:w val="1"/>
          <c:h val="1"/>
        </c:manualLayout>
      </c:layout>
      <c:pieChart>
        <c:varyColors val="1"/>
        <c:ser>
          <c:idx val="0"/>
          <c:order val="0"/>
          <c:tx>
            <c:v>Ownership</c:v>
          </c:tx>
          <c:dPt>
            <c:idx val="0"/>
            <c:bubble3D val="0"/>
            <c:spPr>
              <a:solidFill>
                <a:srgbClr val="6585C7"/>
              </a:solidFill>
              <a:ln w="12700">
                <a:solidFill>
                  <a:srgbClr val="FFFFFF"/>
                </a:solidFill>
              </a:ln>
            </c:spPr>
            <c:extLst>
              <c:ext xmlns:c16="http://schemas.microsoft.com/office/drawing/2014/chart" uri="{C3380CC4-5D6E-409C-BE32-E72D297353CC}">
                <c16:uniqueId val="{00000001-F5BC-4AB7-A7A9-A4693892ACC2}"/>
              </c:ext>
            </c:extLst>
          </c:dPt>
          <c:dPt>
            <c:idx val="1"/>
            <c:bubble3D val="0"/>
            <c:spPr>
              <a:solidFill>
                <a:srgbClr val="201243"/>
              </a:solidFill>
              <a:ln w="12700">
                <a:solidFill>
                  <a:srgbClr val="FFFFFF"/>
                </a:solidFill>
              </a:ln>
            </c:spPr>
            <c:extLst>
              <c:ext xmlns:c16="http://schemas.microsoft.com/office/drawing/2014/chart" uri="{C3380CC4-5D6E-409C-BE32-E72D297353CC}">
                <c16:uniqueId val="{00000003-F5BC-4AB7-A7A9-A4693892ACC2}"/>
              </c:ext>
            </c:extLst>
          </c:dPt>
          <c:cat>
            <c:strLit>
              <c:ptCount val="2"/>
              <c:pt idx="0">
                <c:v>Your retained stake</c:v>
              </c:pt>
              <c:pt idx="1">
                <c:v>RadX</c:v>
              </c:pt>
            </c:strLit>
          </c:cat>
          <c:val>
            <c:numLit>
              <c:formatCode>General</c:formatCode>
              <c:ptCount val="2"/>
              <c:pt idx="0">
                <c:v>20</c:v>
              </c:pt>
              <c:pt idx="1">
                <c:v>80</c:v>
              </c:pt>
            </c:numLit>
          </c:val>
          <c:extLst>
            <c:ext xmlns:c16="http://schemas.microsoft.com/office/drawing/2014/chart" uri="{C3380CC4-5D6E-409C-BE32-E72D297353CC}">
              <c16:uniqueId val="{00000004-F5BC-4AB7-A7A9-A4693892ACC2}"/>
            </c:ext>
          </c:extLst>
        </c:ser>
        <c:dLbls>
          <c:showLegendKey val="0"/>
          <c:showVal val="0"/>
          <c:showCatName val="0"/>
          <c:showSerName val="0"/>
          <c:showPercent val="0"/>
          <c:showBubbleSize val="0"/>
          <c:showLeaderLines val="1"/>
        </c:dLbls>
        <c:firstSliceAng val="0"/>
      </c:pieChart>
      <c:spPr>
        <a:noFill/>
        <a:ln>
          <a:noFill/>
        </a:ln>
      </c:spPr>
    </c:plotArea>
    <c:plotVisOnly val="1"/>
    <c:dispBlanksAs val="gap"/>
    <c:showDLblsOverMax val="1"/>
  </c:chart>
  <c:spPr>
    <a:noFill/>
    <a:ln>
      <a:noFill/>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310100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CB4FB1-DFB2-8D7E-4559-7CF389D347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CCBAF9-2DCA-84DB-5F72-6683FCAA31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F0D090-3838-6CDD-D132-3C63EE36835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5451340-30D4-6746-E436-0C1BE4D36609}"/>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9037595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12" name="Do not remove" hidden="1">
            <a:extLst>
              <a:ext uri="{FF2B5EF4-FFF2-40B4-BE49-F238E27FC236}">
                <a16:creationId xmlns:a16="http://schemas.microsoft.com/office/drawing/2014/main" id="{C2974BD8-B588-0624-D707-A5A2EF066294}"/>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chart" Target="../charts/char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image" Target="../media/image4.png"/><Relationship Id="rId4" Type="http://schemas.openxmlformats.org/officeDocument/2006/relationships/image" Target="../media/image3.jpe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01243"/>
        </a:solidFill>
        <a:effectLst/>
      </p:bgPr>
    </p:bg>
    <p:spTree>
      <p:nvGrpSpPr>
        <p:cNvPr id="1" name=""/>
        <p:cNvGrpSpPr/>
        <p:nvPr/>
      </p:nvGrpSpPr>
      <p:grpSpPr>
        <a:xfrm>
          <a:off x="0" y="0"/>
          <a:ext cx="0" cy="0"/>
          <a:chOff x="0" y="0"/>
          <a:chExt cx="0" cy="0"/>
        </a:xfrm>
      </p:grpSpPr>
      <p:sp>
        <p:nvSpPr>
          <p:cNvPr id="2" name="Shape 0"/>
          <p:cNvSpPr/>
          <p:nvPr/>
        </p:nvSpPr>
        <p:spPr>
          <a:xfrm>
            <a:off x="7863840" y="0"/>
            <a:ext cx="4327855" cy="6858000"/>
          </a:xfrm>
          <a:prstGeom prst="rect">
            <a:avLst/>
          </a:prstGeom>
          <a:solidFill>
            <a:srgbClr val="312552"/>
          </a:solidFill>
          <a:ln/>
        </p:spPr>
        <p:txBody>
          <a:bodyPr/>
          <a:lstStyle/>
          <a:p>
            <a:endParaRPr lang="en-US"/>
          </a:p>
        </p:txBody>
      </p:sp>
      <p:sp>
        <p:nvSpPr>
          <p:cNvPr id="3" name="Shape 1"/>
          <p:cNvSpPr/>
          <p:nvPr/>
        </p:nvSpPr>
        <p:spPr>
          <a:xfrm>
            <a:off x="8503920" y="1051560"/>
            <a:ext cx="4754880" cy="4754880"/>
          </a:xfrm>
          <a:prstGeom prst="ellipse">
            <a:avLst/>
          </a:prstGeom>
          <a:solidFill>
            <a:srgbClr val="2A1A4E"/>
          </a:solidFill>
          <a:ln w="12700">
            <a:solidFill>
              <a:srgbClr val="2A1A4E"/>
            </a:solidFill>
            <a:prstDash val="solid"/>
          </a:ln>
        </p:spPr>
        <p:txBody>
          <a:bodyPr/>
          <a:lstStyle/>
          <a:p>
            <a:endParaRPr lang="en-US"/>
          </a:p>
        </p:txBody>
      </p:sp>
      <p:sp>
        <p:nvSpPr>
          <p:cNvPr id="4" name="Shape 2"/>
          <p:cNvSpPr/>
          <p:nvPr/>
        </p:nvSpPr>
        <p:spPr>
          <a:xfrm>
            <a:off x="9372600" y="1920240"/>
            <a:ext cx="3017520" cy="3017520"/>
          </a:xfrm>
          <a:prstGeom prst="ellipse">
            <a:avLst/>
          </a:prstGeom>
          <a:solidFill>
            <a:srgbClr val="201243"/>
          </a:solidFill>
          <a:ln w="12700">
            <a:solidFill>
              <a:srgbClr val="201243"/>
            </a:solidFill>
            <a:prstDash val="solid"/>
          </a:ln>
        </p:spPr>
        <p:txBody>
          <a:bodyPr/>
          <a:lstStyle/>
          <a:p>
            <a:endParaRPr lang="en-US"/>
          </a:p>
        </p:txBody>
      </p:sp>
      <p:sp>
        <p:nvSpPr>
          <p:cNvPr id="5" name="Text 3"/>
          <p:cNvSpPr/>
          <p:nvPr/>
        </p:nvSpPr>
        <p:spPr>
          <a:xfrm>
            <a:off x="640080" y="502920"/>
            <a:ext cx="3657600" cy="45720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RadX</a:t>
            </a:r>
            <a:r>
              <a:rPr lang="en-US" sz="1700" dirty="0">
                <a:solidFill>
                  <a:srgbClr val="B9AFD0"/>
                </a:solidFill>
                <a:latin typeface="Calibri" pitchFamily="34" charset="0"/>
                <a:ea typeface="Calibri" pitchFamily="34" charset="-122"/>
                <a:cs typeface="Calibri" pitchFamily="34" charset="-120"/>
              </a:rPr>
              <a:t> inc.</a:t>
            </a:r>
            <a:endParaRPr lang="en-US" sz="3000" dirty="0"/>
          </a:p>
        </p:txBody>
      </p:sp>
      <p:sp>
        <p:nvSpPr>
          <p:cNvPr id="6" name="Text 4"/>
          <p:cNvSpPr/>
          <p:nvPr/>
        </p:nvSpPr>
        <p:spPr>
          <a:xfrm>
            <a:off x="640080" y="2468880"/>
            <a:ext cx="6766560" cy="640080"/>
          </a:xfrm>
          <a:prstGeom prst="rect">
            <a:avLst/>
          </a:prstGeom>
          <a:noFill/>
          <a:ln/>
        </p:spPr>
        <p:txBody>
          <a:bodyPr wrap="square" lIns="0" tIns="0" rIns="0" bIns="0" rtlCol="0" anchor="ctr"/>
          <a:lstStyle/>
          <a:p>
            <a:pPr marL="0" indent="0">
              <a:buNone/>
            </a:pPr>
            <a:r>
              <a:rPr lang="en-US" sz="3400" dirty="0">
                <a:solidFill>
                  <a:srgbClr val="FFFFFF"/>
                </a:solidFill>
                <a:latin typeface="Calibri" pitchFamily="34" charset="0"/>
                <a:ea typeface="Calibri" pitchFamily="34" charset="-122"/>
                <a:cs typeface="Calibri" pitchFamily="34" charset="-120"/>
              </a:rPr>
              <a:t>Illustrative Acquisition Proposal</a:t>
            </a:r>
            <a:endParaRPr lang="en-US" sz="3400" dirty="0"/>
          </a:p>
        </p:txBody>
      </p:sp>
      <p:sp>
        <p:nvSpPr>
          <p:cNvPr id="7" name="Text 5"/>
          <p:cNvSpPr/>
          <p:nvPr/>
        </p:nvSpPr>
        <p:spPr>
          <a:xfrm>
            <a:off x="640080" y="3429000"/>
            <a:ext cx="6766560" cy="59436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Prepared for [Practice Name]</a:t>
            </a:r>
            <a:endParaRPr lang="en-US" sz="3000" dirty="0"/>
          </a:p>
        </p:txBody>
      </p:sp>
      <p:sp>
        <p:nvSpPr>
          <p:cNvPr id="8" name="Text 6"/>
          <p:cNvSpPr/>
          <p:nvPr/>
        </p:nvSpPr>
        <p:spPr>
          <a:xfrm>
            <a:off x="640080" y="4114800"/>
            <a:ext cx="6766560" cy="320040"/>
          </a:xfrm>
          <a:prstGeom prst="rect">
            <a:avLst/>
          </a:prstGeom>
          <a:noFill/>
          <a:ln/>
        </p:spPr>
        <p:txBody>
          <a:bodyPr wrap="square" lIns="0" tIns="0" rIns="0" bIns="0" rtlCol="0" anchor="ctr"/>
          <a:lstStyle/>
          <a:p>
            <a:pPr marL="0" indent="0">
              <a:buNone/>
            </a:pPr>
            <a:r>
              <a:rPr lang="en-US" sz="1500" dirty="0">
                <a:solidFill>
                  <a:srgbClr val="B9AFD0"/>
                </a:solidFill>
                <a:latin typeface="Calibri" pitchFamily="34" charset="0"/>
                <a:ea typeface="Calibri" pitchFamily="34" charset="-122"/>
                <a:cs typeface="Calibri" pitchFamily="34" charset="-120"/>
              </a:rPr>
              <a:t>August 2026</a:t>
            </a:r>
            <a:endParaRPr lang="en-US" sz="1500" dirty="0"/>
          </a:p>
        </p:txBody>
      </p:sp>
      <p:sp>
        <p:nvSpPr>
          <p:cNvPr id="9" name="Shape 7"/>
          <p:cNvSpPr/>
          <p:nvPr/>
        </p:nvSpPr>
        <p:spPr>
          <a:xfrm>
            <a:off x="640080" y="5257800"/>
            <a:ext cx="6766560" cy="10973"/>
          </a:xfrm>
          <a:prstGeom prst="rect">
            <a:avLst/>
          </a:prstGeom>
          <a:solidFill>
            <a:srgbClr val="4E4270"/>
          </a:solidFill>
          <a:ln/>
        </p:spPr>
        <p:txBody>
          <a:bodyPr/>
          <a:lstStyle/>
          <a:p>
            <a:endParaRPr lang="en-US"/>
          </a:p>
        </p:txBody>
      </p:sp>
      <p:sp>
        <p:nvSpPr>
          <p:cNvPr id="10" name="Text 8"/>
          <p:cNvSpPr/>
          <p:nvPr/>
        </p:nvSpPr>
        <p:spPr>
          <a:xfrm>
            <a:off x="640080" y="5440680"/>
            <a:ext cx="210312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20+ centers in six states</a:t>
            </a:r>
            <a:endParaRPr lang="en-US" sz="1100" dirty="0"/>
          </a:p>
        </p:txBody>
      </p:sp>
      <p:sp>
        <p:nvSpPr>
          <p:cNvPr id="11" name="Text 9"/>
          <p:cNvSpPr/>
          <p:nvPr/>
        </p:nvSpPr>
        <p:spPr>
          <a:xfrm>
            <a:off x="2880360" y="5440680"/>
            <a:ext cx="868680" cy="256032"/>
          </a:xfrm>
          <a:prstGeom prst="rect">
            <a:avLst/>
          </a:prstGeom>
          <a:noFill/>
          <a:ln/>
        </p:spPr>
        <p:txBody>
          <a:bodyPr wrap="square" lIns="0" tIns="0" rIns="0" bIns="0" rtlCol="0" anchor="ctr"/>
          <a:lstStyle/>
          <a:p>
            <a:pPr marL="0" indent="0">
              <a:buNone/>
            </a:pPr>
            <a:r>
              <a:rPr lang="en-US" sz="1050" dirty="0">
                <a:solidFill>
                  <a:srgbClr val="B9AFD0"/>
                </a:solidFill>
                <a:latin typeface="Calibri" pitchFamily="34" charset="0"/>
                <a:ea typeface="Calibri" pitchFamily="34" charset="-122"/>
                <a:cs typeface="Calibri" pitchFamily="34" charset="-120"/>
              </a:rPr>
              <a:t>Florida</a:t>
            </a:r>
            <a:endParaRPr lang="en-US" sz="1050" dirty="0"/>
          </a:p>
        </p:txBody>
      </p:sp>
      <p:sp>
        <p:nvSpPr>
          <p:cNvPr id="12" name="Text 10"/>
          <p:cNvSpPr/>
          <p:nvPr/>
        </p:nvSpPr>
        <p:spPr>
          <a:xfrm>
            <a:off x="3721608" y="5440680"/>
            <a:ext cx="868680" cy="256032"/>
          </a:xfrm>
          <a:prstGeom prst="rect">
            <a:avLst/>
          </a:prstGeom>
          <a:noFill/>
          <a:ln/>
        </p:spPr>
        <p:txBody>
          <a:bodyPr wrap="square" lIns="0" tIns="0" rIns="0" bIns="0" rtlCol="0" anchor="ctr"/>
          <a:lstStyle/>
          <a:p>
            <a:pPr marL="0" indent="0">
              <a:buNone/>
            </a:pPr>
            <a:r>
              <a:rPr lang="en-US" sz="1050" dirty="0">
                <a:solidFill>
                  <a:srgbClr val="6585C7"/>
                </a:solidFill>
                <a:latin typeface="Calibri" pitchFamily="34" charset="0"/>
                <a:ea typeface="Calibri" pitchFamily="34" charset="-122"/>
                <a:cs typeface="Calibri" pitchFamily="34" charset="-120"/>
              </a:rPr>
              <a:t>Georgia</a:t>
            </a:r>
            <a:endParaRPr lang="en-US" sz="1050" dirty="0"/>
          </a:p>
        </p:txBody>
      </p:sp>
      <p:sp>
        <p:nvSpPr>
          <p:cNvPr id="13" name="Text 11"/>
          <p:cNvSpPr/>
          <p:nvPr/>
        </p:nvSpPr>
        <p:spPr>
          <a:xfrm>
            <a:off x="4562856" y="5440680"/>
            <a:ext cx="868680" cy="256032"/>
          </a:xfrm>
          <a:prstGeom prst="rect">
            <a:avLst/>
          </a:prstGeom>
          <a:noFill/>
          <a:ln/>
        </p:spPr>
        <p:txBody>
          <a:bodyPr wrap="square" lIns="0" tIns="0" rIns="0" bIns="0" rtlCol="0" anchor="ctr"/>
          <a:lstStyle/>
          <a:p>
            <a:pPr marL="0" indent="0">
              <a:buNone/>
            </a:pPr>
            <a:r>
              <a:rPr lang="en-US" sz="1050" dirty="0">
                <a:solidFill>
                  <a:srgbClr val="B9AFD0"/>
                </a:solidFill>
                <a:latin typeface="Calibri" pitchFamily="34" charset="0"/>
                <a:ea typeface="Calibri" pitchFamily="34" charset="-122"/>
                <a:cs typeface="Calibri" pitchFamily="34" charset="-120"/>
              </a:rPr>
              <a:t>Tennessee</a:t>
            </a:r>
            <a:endParaRPr lang="en-US" sz="1050" dirty="0"/>
          </a:p>
        </p:txBody>
      </p:sp>
      <p:sp>
        <p:nvSpPr>
          <p:cNvPr id="14" name="Text 12"/>
          <p:cNvSpPr/>
          <p:nvPr/>
        </p:nvSpPr>
        <p:spPr>
          <a:xfrm>
            <a:off x="5404104" y="5440680"/>
            <a:ext cx="868680" cy="256032"/>
          </a:xfrm>
          <a:prstGeom prst="rect">
            <a:avLst/>
          </a:prstGeom>
          <a:noFill/>
          <a:ln/>
        </p:spPr>
        <p:txBody>
          <a:bodyPr wrap="square" lIns="0" tIns="0" rIns="0" bIns="0" rtlCol="0" anchor="ctr"/>
          <a:lstStyle/>
          <a:p>
            <a:pPr marL="0" indent="0">
              <a:buNone/>
            </a:pPr>
            <a:r>
              <a:rPr lang="en-US" sz="1050" dirty="0">
                <a:solidFill>
                  <a:srgbClr val="6585C7"/>
                </a:solidFill>
                <a:latin typeface="Calibri" pitchFamily="34" charset="0"/>
                <a:ea typeface="Calibri" pitchFamily="34" charset="-122"/>
                <a:cs typeface="Calibri" pitchFamily="34" charset="-120"/>
              </a:rPr>
              <a:t>Alabama</a:t>
            </a:r>
            <a:endParaRPr lang="en-US" sz="1050" dirty="0"/>
          </a:p>
        </p:txBody>
      </p:sp>
      <p:sp>
        <p:nvSpPr>
          <p:cNvPr id="15" name="Text 13"/>
          <p:cNvSpPr/>
          <p:nvPr/>
        </p:nvSpPr>
        <p:spPr>
          <a:xfrm>
            <a:off x="6245352" y="5440680"/>
            <a:ext cx="868680" cy="256032"/>
          </a:xfrm>
          <a:prstGeom prst="rect">
            <a:avLst/>
          </a:prstGeom>
          <a:noFill/>
          <a:ln/>
        </p:spPr>
        <p:txBody>
          <a:bodyPr wrap="square" lIns="0" tIns="0" rIns="0" bIns="0" rtlCol="0" anchor="ctr"/>
          <a:lstStyle/>
          <a:p>
            <a:pPr marL="0" indent="0">
              <a:buNone/>
            </a:pPr>
            <a:r>
              <a:rPr lang="en-US" sz="1050" dirty="0">
                <a:solidFill>
                  <a:srgbClr val="D9A93C"/>
                </a:solidFill>
                <a:latin typeface="Calibri" pitchFamily="34" charset="0"/>
                <a:ea typeface="Calibri" pitchFamily="34" charset="-122"/>
                <a:cs typeface="Calibri" pitchFamily="34" charset="-120"/>
              </a:rPr>
              <a:t>Michigan</a:t>
            </a:r>
            <a:endParaRPr lang="en-US" sz="1050" dirty="0"/>
          </a:p>
        </p:txBody>
      </p:sp>
      <p:sp>
        <p:nvSpPr>
          <p:cNvPr id="16" name="Text 14"/>
          <p:cNvSpPr/>
          <p:nvPr/>
        </p:nvSpPr>
        <p:spPr>
          <a:xfrm>
            <a:off x="7086600" y="5440680"/>
            <a:ext cx="868680" cy="256032"/>
          </a:xfrm>
          <a:prstGeom prst="rect">
            <a:avLst/>
          </a:prstGeom>
          <a:noFill/>
          <a:ln/>
        </p:spPr>
        <p:txBody>
          <a:bodyPr wrap="square" lIns="0" tIns="0" rIns="0" bIns="0" rtlCol="0" anchor="ctr"/>
          <a:lstStyle/>
          <a:p>
            <a:pPr marL="0" indent="0">
              <a:buNone/>
            </a:pPr>
            <a:r>
              <a:rPr lang="en-US" sz="1050" dirty="0">
                <a:solidFill>
                  <a:srgbClr val="9C8FB8"/>
                </a:solidFill>
                <a:latin typeface="Calibri" pitchFamily="34" charset="0"/>
                <a:ea typeface="Calibri" pitchFamily="34" charset="-122"/>
                <a:cs typeface="Calibri" pitchFamily="34" charset="-120"/>
              </a:rPr>
              <a:t>Maryland</a:t>
            </a:r>
            <a:endParaRPr lang="en-US" sz="1050" dirty="0"/>
          </a:p>
        </p:txBody>
      </p:sp>
      <p:sp>
        <p:nvSpPr>
          <p:cNvPr id="17" name="Text 15"/>
          <p:cNvSpPr/>
          <p:nvPr/>
        </p:nvSpPr>
        <p:spPr>
          <a:xfrm>
            <a:off x="640080" y="5806440"/>
            <a:ext cx="4572000" cy="228600"/>
          </a:xfrm>
          <a:prstGeom prst="rect">
            <a:avLst/>
          </a:prstGeom>
          <a:noFill/>
          <a:ln/>
        </p:spPr>
        <p:txBody>
          <a:bodyPr wrap="square" lIns="0" tIns="0" rIns="0" bIns="0" rtlCol="0" anchor="ctr"/>
          <a:lstStyle/>
          <a:p>
            <a:pPr marL="0" indent="0">
              <a:buNone/>
            </a:pPr>
            <a:r>
              <a:rPr lang="en-US" sz="900" i="1" dirty="0">
                <a:solidFill>
                  <a:srgbClr val="8E82AC"/>
                </a:solidFill>
                <a:latin typeface="Calibri" pitchFamily="34" charset="0"/>
                <a:ea typeface="Calibri" pitchFamily="34" charset="-122"/>
                <a:cs typeface="Calibri" pitchFamily="34" charset="-120"/>
              </a:rPr>
              <a:t>Confidential: not for further distribution</a:t>
            </a:r>
            <a:endParaRPr lang="en-US" sz="900" dirty="0"/>
          </a:p>
        </p:txBody>
      </p:sp>
      <p:sp>
        <p:nvSpPr>
          <p:cNvPr id="18" name="Text 16"/>
          <p:cNvSpPr/>
          <p:nvPr/>
        </p:nvSpPr>
        <p:spPr>
          <a:xfrm>
            <a:off x="640080" y="6172200"/>
            <a:ext cx="6766560" cy="365760"/>
          </a:xfrm>
          <a:prstGeom prst="rect">
            <a:avLst/>
          </a:prstGeom>
          <a:noFill/>
          <a:ln/>
        </p:spPr>
        <p:txBody>
          <a:bodyPr wrap="square" lIns="0" tIns="0" rIns="0" bIns="0" rtlCol="0" anchor="ctr"/>
          <a:lstStyle/>
          <a:p>
            <a:pPr marL="0" indent="0">
              <a:buNone/>
            </a:pPr>
            <a:r>
              <a:rPr lang="en-US" sz="800" dirty="0">
                <a:solidFill>
                  <a:srgbClr val="C9707A"/>
                </a:solidFill>
                <a:latin typeface="Calibri" pitchFamily="34" charset="0"/>
                <a:ea typeface="Calibri" pitchFamily="34" charset="-122"/>
                <a:cs typeface="Calibri" pitchFamily="34" charset="-120"/>
              </a:rPr>
              <a:t>Presentation Does Not Constitute a Binding Offer - Figures Subject to Confirmatory Due Diligence</a:t>
            </a:r>
            <a:endParaRPr lang="en-US" sz="800" dirty="0"/>
          </a:p>
        </p:txBody>
      </p:sp>
    </p:spTree>
    <p:extLst>
      <p:ext uri="{BB962C8B-B14F-4D97-AF65-F5344CB8AC3E}">
        <p14:creationId xmlns:p14="http://schemas.microsoft.com/office/powerpoint/2010/main" val="9653727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10180015" y="347472"/>
            <a:ext cx="1371600" cy="274320"/>
          </a:xfrm>
          <a:prstGeom prst="rect">
            <a:avLst/>
          </a:prstGeom>
          <a:noFill/>
          <a:ln/>
        </p:spPr>
        <p:txBody>
          <a:bodyPr wrap="square" lIns="0" tIns="0" rIns="0" bIns="0" rtlCol="0" anchor="ctr"/>
          <a:lstStyle/>
          <a:p>
            <a:pPr marL="0" indent="0" algn="r">
              <a:buNone/>
            </a:pPr>
            <a:r>
              <a:rPr lang="en-US" sz="1500" b="1" dirty="0">
                <a:solidFill>
                  <a:srgbClr val="201243"/>
                </a:solidFill>
                <a:latin typeface="Calibri" pitchFamily="34" charset="0"/>
                <a:ea typeface="Calibri" pitchFamily="34" charset="-122"/>
                <a:cs typeface="Calibri" pitchFamily="34" charset="-120"/>
              </a:rPr>
              <a:t>RadX</a:t>
            </a:r>
            <a:endParaRPr lang="en-US" sz="1500" dirty="0"/>
          </a:p>
        </p:txBody>
      </p:sp>
      <p:sp>
        <p:nvSpPr>
          <p:cNvPr id="3" name="Text 1"/>
          <p:cNvSpPr/>
          <p:nvPr/>
        </p:nvSpPr>
        <p:spPr>
          <a:xfrm>
            <a:off x="640080" y="347472"/>
            <a:ext cx="9326880" cy="457200"/>
          </a:xfrm>
          <a:prstGeom prst="rect">
            <a:avLst/>
          </a:prstGeom>
          <a:noFill/>
          <a:ln/>
        </p:spPr>
        <p:txBody>
          <a:bodyPr wrap="square" lIns="0" tIns="0" rIns="0" bIns="0" rtlCol="0" anchor="ctr"/>
          <a:lstStyle/>
          <a:p>
            <a:pPr marL="0" indent="0">
              <a:buNone/>
            </a:pPr>
            <a:r>
              <a:rPr lang="en-US" sz="2700" b="1" dirty="0">
                <a:solidFill>
                  <a:srgbClr val="201243"/>
                </a:solidFill>
                <a:latin typeface="Calibri" pitchFamily="34" charset="0"/>
                <a:ea typeface="Calibri" pitchFamily="34" charset="-122"/>
                <a:cs typeface="Calibri" pitchFamily="34" charset="-120"/>
              </a:rPr>
              <a:t>Disclaimer</a:t>
            </a:r>
            <a:endParaRPr lang="en-US" sz="2700" dirty="0"/>
          </a:p>
        </p:txBody>
      </p:sp>
      <p:sp>
        <p:nvSpPr>
          <p:cNvPr id="4" name="Shape 2"/>
          <p:cNvSpPr/>
          <p:nvPr/>
        </p:nvSpPr>
        <p:spPr>
          <a:xfrm>
            <a:off x="640080" y="914400"/>
            <a:ext cx="10911535" cy="18288"/>
          </a:xfrm>
          <a:prstGeom prst="rect">
            <a:avLst/>
          </a:prstGeom>
          <a:solidFill>
            <a:srgbClr val="201243"/>
          </a:solidFill>
          <a:ln/>
        </p:spPr>
        <p:txBody>
          <a:bodyPr/>
          <a:lstStyle/>
          <a:p>
            <a:endParaRPr lang="en-US"/>
          </a:p>
        </p:txBody>
      </p:sp>
      <p:sp>
        <p:nvSpPr>
          <p:cNvPr id="5" name="Text 3"/>
          <p:cNvSpPr/>
          <p:nvPr/>
        </p:nvSpPr>
        <p:spPr>
          <a:xfrm>
            <a:off x="640080" y="1234440"/>
            <a:ext cx="10911535" cy="4754880"/>
          </a:xfrm>
          <a:prstGeom prst="rect">
            <a:avLst/>
          </a:prstGeom>
          <a:noFill/>
          <a:ln/>
        </p:spPr>
        <p:txBody>
          <a:bodyPr wrap="square" lIns="0" tIns="0" rIns="0" bIns="0" rtlCol="0" anchor="t"/>
          <a:lstStyle/>
          <a:p>
            <a:pPr marL="0" indent="0">
              <a:lnSpc>
                <a:spcPts val="1600"/>
              </a:lnSpc>
              <a:spcAft>
                <a:spcPts val="1200"/>
              </a:spcAft>
              <a:buNone/>
            </a:pPr>
            <a:r>
              <a:rPr lang="en-US" sz="1150" dirty="0">
                <a:solidFill>
                  <a:srgbClr val="3B3350"/>
                </a:solidFill>
                <a:latin typeface="Calibri" pitchFamily="34" charset="0"/>
                <a:ea typeface="Calibri" pitchFamily="34" charset="-122"/>
                <a:cs typeface="Calibri" pitchFamily="34" charset="-120"/>
              </a:rPr>
              <a:t>This presentation (the "Presentation") has been prepared by RadX, Inc. ("RadX") solely for the benefit of [Practice Name] (the "Company") for discussion purposes. The information contained herein is confidential, is being provided to the Company on a strictly limited basis and may not be reproduced or disseminated in whole or in part without the prior written consent of RadX.</a:t>
            </a:r>
            <a:endParaRPr lang="en-US" sz="1150" dirty="0"/>
          </a:p>
          <a:p>
            <a:pPr marL="0" indent="0">
              <a:lnSpc>
                <a:spcPts val="1600"/>
              </a:lnSpc>
              <a:spcAft>
                <a:spcPts val="1200"/>
              </a:spcAft>
              <a:buNone/>
            </a:pPr>
            <a:r>
              <a:rPr lang="en-US" sz="1150" dirty="0">
                <a:solidFill>
                  <a:srgbClr val="3B3350"/>
                </a:solidFill>
                <a:latin typeface="Calibri" pitchFamily="34" charset="0"/>
                <a:ea typeface="Calibri" pitchFamily="34" charset="-122"/>
                <a:cs typeface="Calibri" pitchFamily="34" charset="-120"/>
              </a:rPr>
              <a:t>This Presentation does not constitute and should not be relied upon as an offer to buy any securities. Any such offer, if made, will be made only pursuant to definitive legal documentation, subject to the terms and conditions contained therein, and in compliance with all applicable laws and regulations.</a:t>
            </a:r>
            <a:endParaRPr lang="en-US" sz="1150" dirty="0"/>
          </a:p>
          <a:p>
            <a:pPr marL="0" indent="0">
              <a:lnSpc>
                <a:spcPts val="1600"/>
              </a:lnSpc>
              <a:spcAft>
                <a:spcPts val="1200"/>
              </a:spcAft>
              <a:buNone/>
            </a:pPr>
            <a:r>
              <a:rPr lang="en-US" sz="1150" dirty="0">
                <a:solidFill>
                  <a:srgbClr val="3B3350"/>
                </a:solidFill>
                <a:latin typeface="Calibri" pitchFamily="34" charset="0"/>
                <a:ea typeface="Calibri" pitchFamily="34" charset="-122"/>
                <a:cs typeface="Calibri" pitchFamily="34" charset="-120"/>
              </a:rPr>
              <a:t>The information contained herein is preliminary in nature and is subject to change, completion and verification. All financial figures and valuations included in this Presentation are provided for illustrative purposes only, are based on certain assumptions that may change, and remain subject to confirmatory due diligence and further negotiation. RadX makes no representation or warranty, express or implied, as to the accuracy or completeness of the information contained herein and shall have no liability relating to or resulting from the use of this Presentation or any errors or omissions herein.</a:t>
            </a:r>
            <a:endParaRPr lang="en-US" sz="1150" dirty="0"/>
          </a:p>
          <a:p>
            <a:pPr marL="0" indent="0">
              <a:lnSpc>
                <a:spcPts val="1600"/>
              </a:lnSpc>
              <a:spcAft>
                <a:spcPts val="1200"/>
              </a:spcAft>
              <a:buNone/>
            </a:pPr>
            <a:r>
              <a:rPr lang="en-US" sz="1150" dirty="0">
                <a:solidFill>
                  <a:srgbClr val="3B3350"/>
                </a:solidFill>
                <a:latin typeface="Calibri" pitchFamily="34" charset="0"/>
                <a:ea typeface="Calibri" pitchFamily="34" charset="-122"/>
                <a:cs typeface="Calibri" pitchFamily="34" charset="-120"/>
              </a:rPr>
              <a:t>Nothing contained herein constitutes legal, tax, accounting or investment advice. Recipients of this Presentation should make their own independent evaluation of the information and consult with their own professional advisors as they deem appropriate.</a:t>
            </a:r>
            <a:endParaRPr lang="en-US" sz="1150" dirty="0"/>
          </a:p>
          <a:p>
            <a:pPr marL="0" indent="0">
              <a:lnSpc>
                <a:spcPts val="1600"/>
              </a:lnSpc>
              <a:spcAft>
                <a:spcPts val="1200"/>
              </a:spcAft>
              <a:buNone/>
            </a:pPr>
            <a:r>
              <a:rPr lang="en-US" sz="1150" dirty="0">
                <a:solidFill>
                  <a:srgbClr val="3B3350"/>
                </a:solidFill>
                <a:latin typeface="Calibri" pitchFamily="34" charset="0"/>
                <a:ea typeface="Calibri" pitchFamily="34" charset="-122"/>
                <a:cs typeface="Calibri" pitchFamily="34" charset="-120"/>
              </a:rPr>
              <a:t>By accepting this Presentation, the Company acknowledges and agrees to be bound by the foregoing limitations.</a:t>
            </a:r>
            <a:endParaRPr lang="en-US" sz="1150" dirty="0"/>
          </a:p>
        </p:txBody>
      </p:sp>
      <p:sp>
        <p:nvSpPr>
          <p:cNvPr id="6" name="Text 4"/>
          <p:cNvSpPr/>
          <p:nvPr/>
        </p:nvSpPr>
        <p:spPr>
          <a:xfrm>
            <a:off x="640080" y="6400800"/>
            <a:ext cx="3657600" cy="228600"/>
          </a:xfrm>
          <a:prstGeom prst="rect">
            <a:avLst/>
          </a:prstGeom>
          <a:noFill/>
          <a:ln/>
        </p:spPr>
        <p:txBody>
          <a:bodyPr wrap="square" lIns="0" tIns="0" rIns="0" bIns="0" rtlCol="0" anchor="ctr"/>
          <a:lstStyle/>
          <a:p>
            <a:pPr marL="0" indent="0">
              <a:buNone/>
            </a:pPr>
            <a:r>
              <a:rPr lang="en-US" sz="900" dirty="0">
                <a:solidFill>
                  <a:srgbClr val="837D94"/>
                </a:solidFill>
                <a:latin typeface="Calibri" pitchFamily="34" charset="0"/>
                <a:ea typeface="Calibri" pitchFamily="34" charset="-122"/>
                <a:cs typeface="Calibri" pitchFamily="34" charset="-120"/>
              </a:rPr>
              <a:t>RadX inc.  ·  Confidential</a:t>
            </a:r>
            <a:endParaRPr lang="en-US" sz="900" dirty="0"/>
          </a:p>
        </p:txBody>
      </p:sp>
      <p:sp>
        <p:nvSpPr>
          <p:cNvPr id="7" name="Text 5"/>
          <p:cNvSpPr/>
          <p:nvPr/>
        </p:nvSpPr>
        <p:spPr>
          <a:xfrm>
            <a:off x="4206240" y="6400800"/>
            <a:ext cx="6583680" cy="228600"/>
          </a:xfrm>
          <a:prstGeom prst="rect">
            <a:avLst/>
          </a:prstGeom>
          <a:noFill/>
          <a:ln/>
        </p:spPr>
        <p:txBody>
          <a:bodyPr wrap="square" lIns="0" tIns="0" rIns="0" bIns="0" rtlCol="0" anchor="ctr"/>
          <a:lstStyle/>
          <a:p>
            <a:pPr marL="0" indent="0" algn="ctr">
              <a:buNone/>
            </a:pPr>
            <a:r>
              <a:rPr lang="en-US" sz="900" dirty="0">
                <a:solidFill>
                  <a:srgbClr val="B03A3A"/>
                </a:solidFill>
                <a:latin typeface="Calibri" pitchFamily="34" charset="0"/>
                <a:ea typeface="Calibri" pitchFamily="34" charset="-122"/>
                <a:cs typeface="Calibri" pitchFamily="34" charset="-120"/>
              </a:rPr>
              <a:t>Presentation Does Not Constitute a Binding Offer - Figures Subject to Confirmatory Due Diligence</a:t>
            </a:r>
            <a:endParaRPr lang="en-US" sz="900" dirty="0"/>
          </a:p>
        </p:txBody>
      </p:sp>
      <p:sp>
        <p:nvSpPr>
          <p:cNvPr id="8" name="Text 6"/>
          <p:cNvSpPr/>
          <p:nvPr/>
        </p:nvSpPr>
        <p:spPr>
          <a:xfrm>
            <a:off x="11002975" y="6400800"/>
            <a:ext cx="548640" cy="228600"/>
          </a:xfrm>
          <a:prstGeom prst="rect">
            <a:avLst/>
          </a:prstGeom>
          <a:noFill/>
          <a:ln/>
        </p:spPr>
        <p:txBody>
          <a:bodyPr wrap="square" lIns="0" tIns="0" rIns="0" bIns="0" rtlCol="0" anchor="ctr"/>
          <a:lstStyle/>
          <a:p>
            <a:pPr marL="0" indent="0" algn="r">
              <a:buNone/>
            </a:pPr>
            <a:r>
              <a:rPr lang="en-US" sz="1000" b="1" dirty="0">
                <a:solidFill>
                  <a:srgbClr val="201243"/>
                </a:solidFill>
                <a:latin typeface="Calibri" pitchFamily="34" charset="0"/>
                <a:ea typeface="Calibri" pitchFamily="34" charset="-122"/>
                <a:cs typeface="Calibri" pitchFamily="34" charset="-120"/>
              </a:rPr>
              <a:t>2</a:t>
            </a:r>
            <a:endParaRPr lang="en-US" sz="1000" dirty="0"/>
          </a:p>
        </p:txBody>
      </p:sp>
    </p:spTree>
    <p:extLst>
      <p:ext uri="{BB962C8B-B14F-4D97-AF65-F5344CB8AC3E}">
        <p14:creationId xmlns:p14="http://schemas.microsoft.com/office/powerpoint/2010/main" val="31147024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10180015" y="347472"/>
            <a:ext cx="1371600" cy="274320"/>
          </a:xfrm>
          <a:prstGeom prst="rect">
            <a:avLst/>
          </a:prstGeom>
          <a:noFill/>
          <a:ln/>
        </p:spPr>
        <p:txBody>
          <a:bodyPr wrap="square" lIns="0" tIns="0" rIns="0" bIns="0" rtlCol="0" anchor="ctr"/>
          <a:lstStyle/>
          <a:p>
            <a:pPr marL="0" indent="0" algn="r">
              <a:buNone/>
            </a:pPr>
            <a:r>
              <a:rPr lang="en-US" sz="1500" b="1" dirty="0">
                <a:solidFill>
                  <a:srgbClr val="201243"/>
                </a:solidFill>
                <a:latin typeface="Calibri" pitchFamily="34" charset="0"/>
                <a:ea typeface="Calibri" pitchFamily="34" charset="-122"/>
                <a:cs typeface="Calibri" pitchFamily="34" charset="-120"/>
              </a:rPr>
              <a:t>RadX</a:t>
            </a:r>
            <a:endParaRPr lang="en-US" sz="1500" dirty="0"/>
          </a:p>
        </p:txBody>
      </p:sp>
      <p:sp>
        <p:nvSpPr>
          <p:cNvPr id="3" name="Text 1"/>
          <p:cNvSpPr/>
          <p:nvPr/>
        </p:nvSpPr>
        <p:spPr>
          <a:xfrm>
            <a:off x="640080" y="347472"/>
            <a:ext cx="9326880" cy="457200"/>
          </a:xfrm>
          <a:prstGeom prst="rect">
            <a:avLst/>
          </a:prstGeom>
          <a:noFill/>
          <a:ln/>
        </p:spPr>
        <p:txBody>
          <a:bodyPr wrap="square" lIns="0" tIns="0" rIns="0" bIns="0" rtlCol="0" anchor="ctr"/>
          <a:lstStyle/>
          <a:p>
            <a:pPr marL="0" indent="0">
              <a:buNone/>
            </a:pPr>
            <a:r>
              <a:rPr lang="en-US" sz="2700" b="1" dirty="0">
                <a:solidFill>
                  <a:srgbClr val="201243"/>
                </a:solidFill>
                <a:latin typeface="Calibri" pitchFamily="34" charset="0"/>
                <a:ea typeface="Calibri" pitchFamily="34" charset="-122"/>
                <a:cs typeface="Calibri" pitchFamily="34" charset="-120"/>
              </a:rPr>
              <a:t>Why </a:t>
            </a:r>
            <a:r>
              <a:rPr lang="en-US" sz="2700" b="1" dirty="0" err="1">
                <a:solidFill>
                  <a:srgbClr val="201243"/>
                </a:solidFill>
                <a:latin typeface="Calibri" pitchFamily="34" charset="0"/>
                <a:ea typeface="Calibri" pitchFamily="34" charset="-122"/>
                <a:cs typeface="Calibri" pitchFamily="34" charset="-120"/>
              </a:rPr>
              <a:t>RadX</a:t>
            </a:r>
            <a:r>
              <a:rPr lang="en-US" sz="2700" b="1" dirty="0">
                <a:solidFill>
                  <a:srgbClr val="201243"/>
                </a:solidFill>
                <a:latin typeface="Calibri" pitchFamily="34" charset="0"/>
                <a:ea typeface="Calibri" pitchFamily="34" charset="-122"/>
                <a:cs typeface="Calibri" pitchFamily="34" charset="-120"/>
              </a:rPr>
              <a:t>?</a:t>
            </a:r>
            <a:endParaRPr lang="en-US" sz="2700" dirty="0"/>
          </a:p>
        </p:txBody>
      </p:sp>
      <p:sp>
        <p:nvSpPr>
          <p:cNvPr id="4" name="Text 2"/>
          <p:cNvSpPr/>
          <p:nvPr/>
        </p:nvSpPr>
        <p:spPr>
          <a:xfrm>
            <a:off x="640080" y="841248"/>
            <a:ext cx="10515600" cy="292608"/>
          </a:xfrm>
          <a:prstGeom prst="rect">
            <a:avLst/>
          </a:prstGeom>
          <a:noFill/>
          <a:ln/>
        </p:spPr>
        <p:txBody>
          <a:bodyPr wrap="square" lIns="0" tIns="0" rIns="0" bIns="0" rtlCol="0" anchor="ctr"/>
          <a:lstStyle/>
          <a:p>
            <a:pPr marL="0" indent="0">
              <a:buNone/>
            </a:pPr>
            <a:r>
              <a:rPr lang="en-US" sz="1300" i="1" dirty="0">
                <a:solidFill>
                  <a:srgbClr val="837D94"/>
                </a:solidFill>
                <a:latin typeface="Calibri" pitchFamily="34" charset="0"/>
                <a:ea typeface="Calibri" pitchFamily="34" charset="-122"/>
                <a:cs typeface="Calibri" pitchFamily="34" charset="-120"/>
              </a:rPr>
              <a:t>A radiologist-led platform built to be the right home for an independent practice</a:t>
            </a:r>
            <a:endParaRPr lang="en-US" sz="1300" dirty="0"/>
          </a:p>
        </p:txBody>
      </p:sp>
      <p:sp>
        <p:nvSpPr>
          <p:cNvPr id="5" name="Shape 3"/>
          <p:cNvSpPr/>
          <p:nvPr/>
        </p:nvSpPr>
        <p:spPr>
          <a:xfrm>
            <a:off x="640080" y="1207008"/>
            <a:ext cx="10911535" cy="18288"/>
          </a:xfrm>
          <a:prstGeom prst="rect">
            <a:avLst/>
          </a:prstGeom>
          <a:solidFill>
            <a:srgbClr val="201243"/>
          </a:solidFill>
          <a:ln/>
        </p:spPr>
        <p:txBody>
          <a:bodyPr/>
          <a:lstStyle/>
          <a:p>
            <a:endParaRPr lang="en-US"/>
          </a:p>
        </p:txBody>
      </p:sp>
      <p:sp>
        <p:nvSpPr>
          <p:cNvPr id="6" name="Shape 4"/>
          <p:cNvSpPr/>
          <p:nvPr/>
        </p:nvSpPr>
        <p:spPr>
          <a:xfrm>
            <a:off x="640080" y="1508760"/>
            <a:ext cx="5272888" cy="1965960"/>
          </a:xfrm>
          <a:prstGeom prst="roundRect">
            <a:avLst>
              <a:gd name="adj" fmla="val 2791"/>
            </a:avLst>
          </a:prstGeom>
          <a:solidFill>
            <a:srgbClr val="F3F6FC"/>
          </a:solidFill>
          <a:ln w="12700">
            <a:solidFill>
              <a:srgbClr val="E3E0EA"/>
            </a:solidFill>
            <a:prstDash val="solid"/>
          </a:ln>
        </p:spPr>
        <p:txBody>
          <a:bodyPr/>
          <a:lstStyle/>
          <a:p>
            <a:endParaRPr lang="en-US"/>
          </a:p>
        </p:txBody>
      </p:sp>
      <p:sp>
        <p:nvSpPr>
          <p:cNvPr id="7" name="Shape 5"/>
          <p:cNvSpPr/>
          <p:nvPr/>
        </p:nvSpPr>
        <p:spPr>
          <a:xfrm>
            <a:off x="914400" y="1783080"/>
            <a:ext cx="475488" cy="475488"/>
          </a:xfrm>
          <a:prstGeom prst="ellipse">
            <a:avLst/>
          </a:prstGeom>
          <a:solidFill>
            <a:srgbClr val="201243"/>
          </a:solidFill>
          <a:ln w="12700">
            <a:solidFill>
              <a:srgbClr val="201243"/>
            </a:solidFill>
            <a:prstDash val="solid"/>
          </a:ln>
        </p:spPr>
        <p:txBody>
          <a:bodyPr/>
          <a:lstStyle/>
          <a:p>
            <a:endParaRPr lang="en-US"/>
          </a:p>
        </p:txBody>
      </p:sp>
      <p:sp>
        <p:nvSpPr>
          <p:cNvPr id="8" name="Text 6"/>
          <p:cNvSpPr/>
          <p:nvPr/>
        </p:nvSpPr>
        <p:spPr>
          <a:xfrm>
            <a:off x="914400" y="1856232"/>
            <a:ext cx="475488"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9" name="Text 7"/>
          <p:cNvSpPr/>
          <p:nvPr/>
        </p:nvSpPr>
        <p:spPr>
          <a:xfrm>
            <a:off x="1554480" y="1801368"/>
            <a:ext cx="4084168" cy="384048"/>
          </a:xfrm>
          <a:prstGeom prst="rect">
            <a:avLst/>
          </a:prstGeom>
          <a:noFill/>
          <a:ln/>
        </p:spPr>
        <p:txBody>
          <a:bodyPr wrap="square" lIns="0" tIns="0" rIns="0" bIns="0" rtlCol="0" anchor="ctr"/>
          <a:lstStyle/>
          <a:p>
            <a:pPr marL="0" indent="0">
              <a:buNone/>
            </a:pPr>
            <a:r>
              <a:rPr lang="en-US" sz="1500" b="1" dirty="0">
                <a:solidFill>
                  <a:srgbClr val="201243"/>
                </a:solidFill>
                <a:latin typeface="Calibri" pitchFamily="34" charset="0"/>
                <a:ea typeface="Calibri" pitchFamily="34" charset="-122"/>
                <a:cs typeface="Calibri" pitchFamily="34" charset="-120"/>
              </a:rPr>
              <a:t>A Radiologist Leading Radiologists</a:t>
            </a:r>
            <a:endParaRPr lang="en-US" sz="1500" dirty="0"/>
          </a:p>
        </p:txBody>
      </p:sp>
      <p:sp>
        <p:nvSpPr>
          <p:cNvPr id="10" name="Text 8"/>
          <p:cNvSpPr/>
          <p:nvPr/>
        </p:nvSpPr>
        <p:spPr>
          <a:xfrm>
            <a:off x="1554480" y="2258568"/>
            <a:ext cx="4084168" cy="1005840"/>
          </a:xfrm>
          <a:prstGeom prst="rect">
            <a:avLst/>
          </a:prstGeom>
          <a:noFill/>
          <a:ln/>
        </p:spPr>
        <p:txBody>
          <a:bodyPr wrap="square" lIns="0" tIns="0" rIns="0" bIns="0" rtlCol="0" anchor="t"/>
          <a:lstStyle/>
          <a:p>
            <a:pPr marL="171450" indent="-171450">
              <a:lnSpc>
                <a:spcPts val="1500"/>
              </a:lnSpc>
              <a:buFont typeface="Arial" panose="020B0604020202020204" pitchFamily="34" charset="0"/>
              <a:buChar char="•"/>
            </a:pPr>
            <a:r>
              <a:rPr lang="en-US" sz="1150" dirty="0" err="1">
                <a:solidFill>
                  <a:srgbClr val="3B3350"/>
                </a:solidFill>
                <a:latin typeface="Calibri" pitchFamily="34" charset="0"/>
                <a:ea typeface="Calibri" pitchFamily="34" charset="-122"/>
                <a:cs typeface="Calibri" pitchFamily="34" charset="-120"/>
              </a:rPr>
              <a:t>RadX</a:t>
            </a:r>
            <a:r>
              <a:rPr lang="en-US" sz="1150" dirty="0">
                <a:solidFill>
                  <a:srgbClr val="3B3350"/>
                </a:solidFill>
                <a:latin typeface="Calibri" pitchFamily="34" charset="0"/>
                <a:ea typeface="Calibri" pitchFamily="34" charset="-122"/>
                <a:cs typeface="Calibri" pitchFamily="34" charset="-120"/>
              </a:rPr>
              <a:t> was founded and is led by Dr. Chintan Desai, MD, a practicing radiologist rather than a financial sponsor</a:t>
            </a:r>
          </a:p>
          <a:p>
            <a:pPr marL="171450" indent="-171450">
              <a:lnSpc>
                <a:spcPts val="1500"/>
              </a:lnSpc>
              <a:buFont typeface="Arial" panose="020B0604020202020204" pitchFamily="34" charset="0"/>
              <a:buChar char="•"/>
            </a:pPr>
            <a:r>
              <a:rPr lang="en-US" sz="1150" dirty="0">
                <a:solidFill>
                  <a:srgbClr val="3B3350"/>
                </a:solidFill>
                <a:latin typeface="Calibri" pitchFamily="34" charset="0"/>
                <a:ea typeface="Calibri" pitchFamily="34" charset="-122"/>
                <a:cs typeface="Calibri" pitchFamily="34" charset="-120"/>
              </a:rPr>
              <a:t>Clinical decisions are made by people who have read the studies, managed the schedule and built the referral relationships themselves</a:t>
            </a:r>
          </a:p>
        </p:txBody>
      </p:sp>
      <p:sp>
        <p:nvSpPr>
          <p:cNvPr id="11" name="Shape 9"/>
          <p:cNvSpPr/>
          <p:nvPr/>
        </p:nvSpPr>
        <p:spPr>
          <a:xfrm>
            <a:off x="6278728" y="1508760"/>
            <a:ext cx="5272888" cy="1965960"/>
          </a:xfrm>
          <a:prstGeom prst="roundRect">
            <a:avLst>
              <a:gd name="adj" fmla="val 2791"/>
            </a:avLst>
          </a:prstGeom>
          <a:solidFill>
            <a:srgbClr val="F3F6FC"/>
          </a:solidFill>
          <a:ln w="12700">
            <a:solidFill>
              <a:srgbClr val="E3E0EA"/>
            </a:solidFill>
            <a:prstDash val="solid"/>
          </a:ln>
        </p:spPr>
        <p:txBody>
          <a:bodyPr/>
          <a:lstStyle/>
          <a:p>
            <a:endParaRPr lang="en-US"/>
          </a:p>
        </p:txBody>
      </p:sp>
      <p:sp>
        <p:nvSpPr>
          <p:cNvPr id="12" name="Shape 10"/>
          <p:cNvSpPr/>
          <p:nvPr/>
        </p:nvSpPr>
        <p:spPr>
          <a:xfrm>
            <a:off x="6553048" y="1783080"/>
            <a:ext cx="475488" cy="475488"/>
          </a:xfrm>
          <a:prstGeom prst="ellipse">
            <a:avLst/>
          </a:prstGeom>
          <a:solidFill>
            <a:srgbClr val="201243"/>
          </a:solidFill>
          <a:ln w="12700">
            <a:solidFill>
              <a:srgbClr val="201243"/>
            </a:solidFill>
            <a:prstDash val="solid"/>
          </a:ln>
        </p:spPr>
        <p:txBody>
          <a:bodyPr/>
          <a:lstStyle/>
          <a:p>
            <a:endParaRPr lang="en-US"/>
          </a:p>
        </p:txBody>
      </p:sp>
      <p:sp>
        <p:nvSpPr>
          <p:cNvPr id="13" name="Text 11"/>
          <p:cNvSpPr/>
          <p:nvPr/>
        </p:nvSpPr>
        <p:spPr>
          <a:xfrm>
            <a:off x="6553048" y="1856232"/>
            <a:ext cx="475488"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14" name="Text 12"/>
          <p:cNvSpPr/>
          <p:nvPr/>
        </p:nvSpPr>
        <p:spPr>
          <a:xfrm>
            <a:off x="7193128" y="1801368"/>
            <a:ext cx="4084168" cy="384048"/>
          </a:xfrm>
          <a:prstGeom prst="rect">
            <a:avLst/>
          </a:prstGeom>
          <a:noFill/>
          <a:ln/>
        </p:spPr>
        <p:txBody>
          <a:bodyPr wrap="square" lIns="0" tIns="0" rIns="0" bIns="0" rtlCol="0" anchor="ctr"/>
          <a:lstStyle/>
          <a:p>
            <a:pPr marL="0" indent="0">
              <a:buNone/>
            </a:pPr>
            <a:r>
              <a:rPr lang="en-US" sz="1500" b="1" dirty="0">
                <a:solidFill>
                  <a:srgbClr val="201243"/>
                </a:solidFill>
                <a:latin typeface="Calibri" pitchFamily="34" charset="0"/>
                <a:ea typeface="Calibri" pitchFamily="34" charset="-122"/>
                <a:cs typeface="Calibri" pitchFamily="34" charset="-120"/>
              </a:rPr>
              <a:t>Your Practice Stays Your Practice</a:t>
            </a:r>
            <a:endParaRPr lang="en-US" sz="1500" dirty="0"/>
          </a:p>
        </p:txBody>
      </p:sp>
      <p:sp>
        <p:nvSpPr>
          <p:cNvPr id="15" name="Text 13"/>
          <p:cNvSpPr/>
          <p:nvPr/>
        </p:nvSpPr>
        <p:spPr>
          <a:xfrm>
            <a:off x="7193128" y="2258568"/>
            <a:ext cx="4084168" cy="1005840"/>
          </a:xfrm>
          <a:prstGeom prst="rect">
            <a:avLst/>
          </a:prstGeom>
          <a:noFill/>
          <a:ln/>
        </p:spPr>
        <p:txBody>
          <a:bodyPr wrap="square" lIns="0" tIns="0" rIns="0" bIns="0" rtlCol="0" anchor="t"/>
          <a:lstStyle/>
          <a:p>
            <a:pPr marL="171450" indent="-171450">
              <a:lnSpc>
                <a:spcPts val="1500"/>
              </a:lnSpc>
              <a:buFont typeface="Arial" panose="020B0604020202020204" pitchFamily="34" charset="0"/>
              <a:buChar char="•"/>
            </a:pPr>
            <a:r>
              <a:rPr lang="en-US" sz="1150" dirty="0">
                <a:solidFill>
                  <a:srgbClr val="3B3350"/>
                </a:solidFill>
                <a:latin typeface="Calibri" pitchFamily="34" charset="0"/>
                <a:ea typeface="Calibri" pitchFamily="34" charset="-122"/>
                <a:cs typeface="Calibri" pitchFamily="34" charset="-120"/>
              </a:rPr>
              <a:t>We preserve local clinical staff, physician relationships and referral networks</a:t>
            </a:r>
          </a:p>
          <a:p>
            <a:pPr marL="171450" indent="-171450">
              <a:lnSpc>
                <a:spcPts val="1500"/>
              </a:lnSpc>
              <a:buFont typeface="Arial" panose="020B0604020202020204" pitchFamily="34" charset="0"/>
              <a:buChar char="•"/>
            </a:pPr>
            <a:r>
              <a:rPr lang="en-US" sz="1150" dirty="0">
                <a:solidFill>
                  <a:srgbClr val="3B3350"/>
                </a:solidFill>
                <a:latin typeface="Calibri" pitchFamily="34" charset="0"/>
                <a:ea typeface="Calibri" pitchFamily="34" charset="-122"/>
                <a:cs typeface="Calibri" pitchFamily="34" charset="-120"/>
              </a:rPr>
              <a:t>Integration focuses the back office (billing, scheduling, credentialing), not the medicine or the people your referrers know</a:t>
            </a:r>
            <a:endParaRPr lang="en-US" sz="1150" dirty="0"/>
          </a:p>
        </p:txBody>
      </p:sp>
      <p:sp>
        <p:nvSpPr>
          <p:cNvPr id="16" name="Shape 14"/>
          <p:cNvSpPr/>
          <p:nvPr/>
        </p:nvSpPr>
        <p:spPr>
          <a:xfrm>
            <a:off x="640080" y="3794760"/>
            <a:ext cx="5272888" cy="1965960"/>
          </a:xfrm>
          <a:prstGeom prst="roundRect">
            <a:avLst>
              <a:gd name="adj" fmla="val 2791"/>
            </a:avLst>
          </a:prstGeom>
          <a:solidFill>
            <a:srgbClr val="F3F6FC"/>
          </a:solidFill>
          <a:ln w="12700">
            <a:solidFill>
              <a:srgbClr val="E3E0EA"/>
            </a:solidFill>
            <a:prstDash val="solid"/>
          </a:ln>
        </p:spPr>
        <p:txBody>
          <a:bodyPr/>
          <a:lstStyle/>
          <a:p>
            <a:endParaRPr lang="en-US"/>
          </a:p>
        </p:txBody>
      </p:sp>
      <p:sp>
        <p:nvSpPr>
          <p:cNvPr id="17" name="Shape 15"/>
          <p:cNvSpPr/>
          <p:nvPr/>
        </p:nvSpPr>
        <p:spPr>
          <a:xfrm>
            <a:off x="914400" y="4069080"/>
            <a:ext cx="475488" cy="475488"/>
          </a:xfrm>
          <a:prstGeom prst="ellipse">
            <a:avLst/>
          </a:prstGeom>
          <a:solidFill>
            <a:srgbClr val="201243"/>
          </a:solidFill>
          <a:ln w="12700">
            <a:solidFill>
              <a:srgbClr val="201243"/>
            </a:solidFill>
            <a:prstDash val="solid"/>
          </a:ln>
        </p:spPr>
        <p:txBody>
          <a:bodyPr/>
          <a:lstStyle/>
          <a:p>
            <a:endParaRPr lang="en-US"/>
          </a:p>
        </p:txBody>
      </p:sp>
      <p:sp>
        <p:nvSpPr>
          <p:cNvPr id="18" name="Text 16"/>
          <p:cNvSpPr/>
          <p:nvPr/>
        </p:nvSpPr>
        <p:spPr>
          <a:xfrm>
            <a:off x="914400" y="4142232"/>
            <a:ext cx="475488"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19" name="Text 17"/>
          <p:cNvSpPr/>
          <p:nvPr/>
        </p:nvSpPr>
        <p:spPr>
          <a:xfrm>
            <a:off x="1554480" y="4087368"/>
            <a:ext cx="4084168" cy="384048"/>
          </a:xfrm>
          <a:prstGeom prst="rect">
            <a:avLst/>
          </a:prstGeom>
          <a:noFill/>
          <a:ln/>
        </p:spPr>
        <p:txBody>
          <a:bodyPr wrap="square" lIns="0" tIns="0" rIns="0" bIns="0" rtlCol="0" anchor="ctr"/>
          <a:lstStyle/>
          <a:p>
            <a:pPr marL="0" indent="0">
              <a:buNone/>
            </a:pPr>
            <a:r>
              <a:rPr lang="en-US" sz="1500" b="1" dirty="0">
                <a:solidFill>
                  <a:srgbClr val="201243"/>
                </a:solidFill>
                <a:latin typeface="Calibri" pitchFamily="34" charset="0"/>
                <a:ea typeface="Calibri" pitchFamily="34" charset="-122"/>
                <a:cs typeface="Calibri" pitchFamily="34" charset="-120"/>
              </a:rPr>
              <a:t>A Proven Operating Playbook</a:t>
            </a:r>
            <a:endParaRPr lang="en-US" sz="1500" dirty="0"/>
          </a:p>
        </p:txBody>
      </p:sp>
      <p:sp>
        <p:nvSpPr>
          <p:cNvPr id="20" name="Text 18"/>
          <p:cNvSpPr/>
          <p:nvPr/>
        </p:nvSpPr>
        <p:spPr>
          <a:xfrm>
            <a:off x="1554480" y="4544568"/>
            <a:ext cx="4084168" cy="1005840"/>
          </a:xfrm>
          <a:prstGeom prst="rect">
            <a:avLst/>
          </a:prstGeom>
          <a:noFill/>
          <a:ln/>
        </p:spPr>
        <p:txBody>
          <a:bodyPr wrap="square" lIns="0" tIns="0" rIns="0" bIns="0" rtlCol="0" anchor="t"/>
          <a:lstStyle/>
          <a:p>
            <a:pPr marL="171450" indent="-171450">
              <a:lnSpc>
                <a:spcPts val="1500"/>
              </a:lnSpc>
              <a:buFont typeface="Arial" panose="020B0604020202020204" pitchFamily="34" charset="0"/>
              <a:buChar char="•"/>
            </a:pPr>
            <a:r>
              <a:rPr lang="en-US" sz="1150" dirty="0">
                <a:solidFill>
                  <a:srgbClr val="3B3350"/>
                </a:solidFill>
                <a:latin typeface="Calibri" pitchFamily="34" charset="0"/>
                <a:ea typeface="Calibri" pitchFamily="34" charset="-122"/>
                <a:cs typeface="Calibri" pitchFamily="34" charset="-120"/>
              </a:rPr>
              <a:t>RadX has grown from 7 to 20+ centers across six states through a repeatable five-step integration framework</a:t>
            </a:r>
          </a:p>
          <a:p>
            <a:pPr marL="171450" indent="-171450">
              <a:lnSpc>
                <a:spcPts val="1500"/>
              </a:lnSpc>
              <a:buFont typeface="Arial" panose="020B0604020202020204" pitchFamily="34" charset="0"/>
              <a:buChar char="•"/>
            </a:pPr>
            <a:r>
              <a:rPr lang="en-US" sz="1150" dirty="0" err="1">
                <a:solidFill>
                  <a:srgbClr val="3B3350"/>
                </a:solidFill>
                <a:latin typeface="Calibri" pitchFamily="34" charset="0"/>
                <a:ea typeface="Calibri" pitchFamily="34" charset="-122"/>
                <a:cs typeface="Calibri" pitchFamily="34" charset="-120"/>
              </a:rPr>
              <a:t>RadX</a:t>
            </a:r>
            <a:r>
              <a:rPr lang="en-US" sz="1150" dirty="0">
                <a:solidFill>
                  <a:srgbClr val="3B3350"/>
                </a:solidFill>
                <a:latin typeface="Calibri" pitchFamily="34" charset="0"/>
                <a:ea typeface="Calibri" pitchFamily="34" charset="-122"/>
                <a:cs typeface="Calibri" pitchFamily="34" charset="-120"/>
              </a:rPr>
              <a:t> has delivered meaningful EBITDA growth across acquired centers without cutting clinical quality</a:t>
            </a:r>
          </a:p>
        </p:txBody>
      </p:sp>
      <p:sp>
        <p:nvSpPr>
          <p:cNvPr id="21" name="Shape 19"/>
          <p:cNvSpPr/>
          <p:nvPr/>
        </p:nvSpPr>
        <p:spPr>
          <a:xfrm>
            <a:off x="6278728" y="3794760"/>
            <a:ext cx="5272888" cy="1965960"/>
          </a:xfrm>
          <a:prstGeom prst="roundRect">
            <a:avLst>
              <a:gd name="adj" fmla="val 2791"/>
            </a:avLst>
          </a:prstGeom>
          <a:solidFill>
            <a:srgbClr val="F3F6FC"/>
          </a:solidFill>
          <a:ln w="12700">
            <a:solidFill>
              <a:srgbClr val="E3E0EA"/>
            </a:solidFill>
            <a:prstDash val="solid"/>
          </a:ln>
        </p:spPr>
        <p:txBody>
          <a:bodyPr/>
          <a:lstStyle/>
          <a:p>
            <a:endParaRPr lang="en-US"/>
          </a:p>
        </p:txBody>
      </p:sp>
      <p:sp>
        <p:nvSpPr>
          <p:cNvPr id="22" name="Shape 20"/>
          <p:cNvSpPr/>
          <p:nvPr/>
        </p:nvSpPr>
        <p:spPr>
          <a:xfrm>
            <a:off x="6553048" y="4069080"/>
            <a:ext cx="475488" cy="475488"/>
          </a:xfrm>
          <a:prstGeom prst="ellipse">
            <a:avLst/>
          </a:prstGeom>
          <a:solidFill>
            <a:srgbClr val="201243"/>
          </a:solidFill>
          <a:ln w="12700">
            <a:solidFill>
              <a:srgbClr val="201243"/>
            </a:solidFill>
            <a:prstDash val="solid"/>
          </a:ln>
        </p:spPr>
        <p:txBody>
          <a:bodyPr/>
          <a:lstStyle/>
          <a:p>
            <a:endParaRPr lang="en-US"/>
          </a:p>
        </p:txBody>
      </p:sp>
      <p:sp>
        <p:nvSpPr>
          <p:cNvPr id="23" name="Text 21"/>
          <p:cNvSpPr/>
          <p:nvPr/>
        </p:nvSpPr>
        <p:spPr>
          <a:xfrm>
            <a:off x="6553048" y="4142232"/>
            <a:ext cx="475488"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04</a:t>
            </a:r>
            <a:endParaRPr lang="en-US" sz="1200" dirty="0"/>
          </a:p>
        </p:txBody>
      </p:sp>
      <p:sp>
        <p:nvSpPr>
          <p:cNvPr id="24" name="Text 22"/>
          <p:cNvSpPr/>
          <p:nvPr/>
        </p:nvSpPr>
        <p:spPr>
          <a:xfrm>
            <a:off x="7193128" y="4087368"/>
            <a:ext cx="4084168" cy="384048"/>
          </a:xfrm>
          <a:prstGeom prst="rect">
            <a:avLst/>
          </a:prstGeom>
          <a:noFill/>
          <a:ln/>
        </p:spPr>
        <p:txBody>
          <a:bodyPr wrap="square" lIns="0" tIns="0" rIns="0" bIns="0" rtlCol="0" anchor="ctr"/>
          <a:lstStyle/>
          <a:p>
            <a:pPr marL="0" indent="0">
              <a:buNone/>
            </a:pPr>
            <a:r>
              <a:rPr lang="en-US" sz="1500" b="1" dirty="0">
                <a:solidFill>
                  <a:srgbClr val="201243"/>
                </a:solidFill>
                <a:latin typeface="Calibri" pitchFamily="34" charset="0"/>
                <a:ea typeface="Calibri" pitchFamily="34" charset="-122"/>
                <a:cs typeface="Calibri" pitchFamily="34" charset="-120"/>
              </a:rPr>
              <a:t>Optionality on How You Exit</a:t>
            </a:r>
            <a:endParaRPr lang="en-US" sz="1500" dirty="0"/>
          </a:p>
        </p:txBody>
      </p:sp>
      <p:sp>
        <p:nvSpPr>
          <p:cNvPr id="25" name="Text 23"/>
          <p:cNvSpPr/>
          <p:nvPr/>
        </p:nvSpPr>
        <p:spPr>
          <a:xfrm>
            <a:off x="7193128" y="4544568"/>
            <a:ext cx="4084168" cy="1005840"/>
          </a:xfrm>
          <a:prstGeom prst="rect">
            <a:avLst/>
          </a:prstGeom>
          <a:noFill/>
          <a:ln/>
        </p:spPr>
        <p:txBody>
          <a:bodyPr wrap="square" lIns="0" tIns="0" rIns="0" bIns="0" rtlCol="0" anchor="t"/>
          <a:lstStyle/>
          <a:p>
            <a:pPr marL="171450" indent="-171450">
              <a:lnSpc>
                <a:spcPts val="1500"/>
              </a:lnSpc>
              <a:buFont typeface="Arial" panose="020B0604020202020204" pitchFamily="34" charset="0"/>
              <a:buChar char="•"/>
            </a:pPr>
            <a:r>
              <a:rPr lang="en-US" sz="1150" dirty="0">
                <a:solidFill>
                  <a:srgbClr val="3B3350"/>
                </a:solidFill>
                <a:latin typeface="Calibri" pitchFamily="34" charset="0"/>
                <a:ea typeface="Calibri" pitchFamily="34" charset="-122"/>
                <a:cs typeface="Calibri" pitchFamily="34" charset="-120"/>
              </a:rPr>
              <a:t>Take full value at close, or defer a portion and participate in the growth of a larger platform</a:t>
            </a:r>
          </a:p>
          <a:p>
            <a:pPr marL="171450" indent="-171450">
              <a:lnSpc>
                <a:spcPts val="1500"/>
              </a:lnSpc>
              <a:buFont typeface="Arial" panose="020B0604020202020204" pitchFamily="34" charset="0"/>
              <a:buChar char="•"/>
            </a:pPr>
            <a:r>
              <a:rPr lang="en-US" sz="1150" dirty="0">
                <a:solidFill>
                  <a:srgbClr val="3B3350"/>
                </a:solidFill>
                <a:latin typeface="Calibri" pitchFamily="34" charset="0"/>
                <a:ea typeface="Calibri" pitchFamily="34" charset="-122"/>
                <a:cs typeface="Calibri" pitchFamily="34" charset="-120"/>
              </a:rPr>
              <a:t>The structure flexes to what you want your next chapter to look like: full exit, phased transition or continued practice</a:t>
            </a:r>
          </a:p>
        </p:txBody>
      </p:sp>
      <p:sp>
        <p:nvSpPr>
          <p:cNvPr id="26" name="Text 24"/>
          <p:cNvSpPr/>
          <p:nvPr/>
        </p:nvSpPr>
        <p:spPr>
          <a:xfrm>
            <a:off x="640080" y="6400800"/>
            <a:ext cx="3657600" cy="228600"/>
          </a:xfrm>
          <a:prstGeom prst="rect">
            <a:avLst/>
          </a:prstGeom>
          <a:noFill/>
          <a:ln/>
        </p:spPr>
        <p:txBody>
          <a:bodyPr wrap="square" lIns="0" tIns="0" rIns="0" bIns="0" rtlCol="0" anchor="ctr"/>
          <a:lstStyle/>
          <a:p>
            <a:pPr marL="0" indent="0">
              <a:buNone/>
            </a:pPr>
            <a:r>
              <a:rPr lang="en-US" sz="900" dirty="0">
                <a:solidFill>
                  <a:srgbClr val="837D94"/>
                </a:solidFill>
                <a:latin typeface="Calibri" pitchFamily="34" charset="0"/>
                <a:ea typeface="Calibri" pitchFamily="34" charset="-122"/>
                <a:cs typeface="Calibri" pitchFamily="34" charset="-120"/>
              </a:rPr>
              <a:t>RadX inc.  ·  Confidential</a:t>
            </a:r>
            <a:endParaRPr lang="en-US" sz="900" dirty="0"/>
          </a:p>
        </p:txBody>
      </p:sp>
      <p:sp>
        <p:nvSpPr>
          <p:cNvPr id="27" name="Text 25"/>
          <p:cNvSpPr/>
          <p:nvPr/>
        </p:nvSpPr>
        <p:spPr>
          <a:xfrm>
            <a:off x="4206240" y="6400800"/>
            <a:ext cx="6583680" cy="228600"/>
          </a:xfrm>
          <a:prstGeom prst="rect">
            <a:avLst/>
          </a:prstGeom>
          <a:noFill/>
          <a:ln/>
        </p:spPr>
        <p:txBody>
          <a:bodyPr wrap="square" lIns="0" tIns="0" rIns="0" bIns="0" rtlCol="0" anchor="ctr"/>
          <a:lstStyle/>
          <a:p>
            <a:pPr marL="0" indent="0" algn="ctr">
              <a:buNone/>
            </a:pPr>
            <a:r>
              <a:rPr lang="en-US" sz="900" dirty="0">
                <a:solidFill>
                  <a:srgbClr val="B03A3A"/>
                </a:solidFill>
                <a:latin typeface="Calibri" pitchFamily="34" charset="0"/>
                <a:ea typeface="Calibri" pitchFamily="34" charset="-122"/>
                <a:cs typeface="Calibri" pitchFamily="34" charset="-120"/>
              </a:rPr>
              <a:t>Presentation Does Not Constitute a Binding Offer - Figures Subject to Confirmatory Due Diligence</a:t>
            </a:r>
            <a:endParaRPr lang="en-US" sz="900" dirty="0"/>
          </a:p>
        </p:txBody>
      </p:sp>
      <p:sp>
        <p:nvSpPr>
          <p:cNvPr id="28" name="Text 26"/>
          <p:cNvSpPr/>
          <p:nvPr/>
        </p:nvSpPr>
        <p:spPr>
          <a:xfrm>
            <a:off x="11002975" y="6400800"/>
            <a:ext cx="548640" cy="228600"/>
          </a:xfrm>
          <a:prstGeom prst="rect">
            <a:avLst/>
          </a:prstGeom>
          <a:noFill/>
          <a:ln/>
        </p:spPr>
        <p:txBody>
          <a:bodyPr wrap="square" lIns="0" tIns="0" rIns="0" bIns="0" rtlCol="0" anchor="ctr"/>
          <a:lstStyle/>
          <a:p>
            <a:pPr marL="0" indent="0" algn="r">
              <a:buNone/>
            </a:pPr>
            <a:r>
              <a:rPr lang="en-US" sz="1000" b="1" dirty="0">
                <a:solidFill>
                  <a:srgbClr val="201243"/>
                </a:solidFill>
                <a:latin typeface="Calibri" pitchFamily="34" charset="0"/>
                <a:ea typeface="Calibri" pitchFamily="34" charset="-122"/>
                <a:cs typeface="Calibri" pitchFamily="34" charset="-120"/>
              </a:rPr>
              <a:t>3</a:t>
            </a:r>
            <a:endParaRPr lang="en-US" sz="1000" dirty="0"/>
          </a:p>
        </p:txBody>
      </p:sp>
    </p:spTree>
    <p:extLst>
      <p:ext uri="{BB962C8B-B14F-4D97-AF65-F5344CB8AC3E}">
        <p14:creationId xmlns:p14="http://schemas.microsoft.com/office/powerpoint/2010/main" val="12436135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10180015" y="347472"/>
            <a:ext cx="1371600" cy="274320"/>
          </a:xfrm>
          <a:prstGeom prst="rect">
            <a:avLst/>
          </a:prstGeom>
          <a:noFill/>
          <a:ln/>
        </p:spPr>
        <p:txBody>
          <a:bodyPr wrap="square" lIns="0" tIns="0" rIns="0" bIns="0" rtlCol="0" anchor="ctr"/>
          <a:lstStyle/>
          <a:p>
            <a:pPr marL="0" indent="0" algn="r">
              <a:buNone/>
            </a:pPr>
            <a:r>
              <a:rPr lang="en-US" sz="1500" b="1" dirty="0">
                <a:solidFill>
                  <a:srgbClr val="201243"/>
                </a:solidFill>
                <a:latin typeface="Calibri" pitchFamily="34" charset="0"/>
                <a:ea typeface="Calibri" pitchFamily="34" charset="-122"/>
                <a:cs typeface="Calibri" pitchFamily="34" charset="-120"/>
              </a:rPr>
              <a:t>RadX</a:t>
            </a:r>
            <a:endParaRPr lang="en-US" sz="1500" dirty="0"/>
          </a:p>
        </p:txBody>
      </p:sp>
      <p:sp>
        <p:nvSpPr>
          <p:cNvPr id="3" name="Text 1"/>
          <p:cNvSpPr/>
          <p:nvPr/>
        </p:nvSpPr>
        <p:spPr>
          <a:xfrm>
            <a:off x="640080" y="347472"/>
            <a:ext cx="9326880" cy="457200"/>
          </a:xfrm>
          <a:prstGeom prst="rect">
            <a:avLst/>
          </a:prstGeom>
          <a:noFill/>
          <a:ln/>
        </p:spPr>
        <p:txBody>
          <a:bodyPr wrap="square" lIns="0" tIns="0" rIns="0" bIns="0" rtlCol="0" anchor="ctr"/>
          <a:lstStyle/>
          <a:p>
            <a:pPr marL="0" indent="0">
              <a:buNone/>
            </a:pPr>
            <a:r>
              <a:rPr lang="en-US" sz="2700" b="1" dirty="0">
                <a:solidFill>
                  <a:srgbClr val="201243"/>
                </a:solidFill>
                <a:latin typeface="Calibri" pitchFamily="34" charset="0"/>
                <a:ea typeface="Calibri" pitchFamily="34" charset="-122"/>
                <a:cs typeface="Calibri" pitchFamily="34" charset="-120"/>
              </a:rPr>
              <a:t>Founded and Led by an Experienced Radiologist</a:t>
            </a:r>
            <a:endParaRPr lang="en-US" sz="2700" dirty="0"/>
          </a:p>
        </p:txBody>
      </p:sp>
      <p:sp>
        <p:nvSpPr>
          <p:cNvPr id="4" name="Text 2"/>
          <p:cNvSpPr/>
          <p:nvPr/>
        </p:nvSpPr>
        <p:spPr>
          <a:xfrm>
            <a:off x="640080" y="841248"/>
            <a:ext cx="10515600" cy="292608"/>
          </a:xfrm>
          <a:prstGeom prst="rect">
            <a:avLst/>
          </a:prstGeom>
          <a:noFill/>
          <a:ln/>
        </p:spPr>
        <p:txBody>
          <a:bodyPr wrap="square" lIns="0" tIns="0" rIns="0" bIns="0" rtlCol="0" anchor="ctr"/>
          <a:lstStyle/>
          <a:p>
            <a:pPr marL="0" indent="0">
              <a:buNone/>
            </a:pPr>
            <a:r>
              <a:rPr lang="en-US" sz="1300" i="1" dirty="0">
                <a:solidFill>
                  <a:srgbClr val="837D94"/>
                </a:solidFill>
                <a:latin typeface="Calibri" pitchFamily="34" charset="0"/>
                <a:ea typeface="Calibri" pitchFamily="34" charset="-122"/>
                <a:cs typeface="Calibri" pitchFamily="34" charset="-120"/>
              </a:rPr>
              <a:t>Dr. Chintan Desai has built RadX as a practicing radiologist, not an outside investor</a:t>
            </a:r>
            <a:endParaRPr lang="en-US" sz="1300" dirty="0"/>
          </a:p>
        </p:txBody>
      </p:sp>
      <p:sp>
        <p:nvSpPr>
          <p:cNvPr id="5" name="Shape 3"/>
          <p:cNvSpPr/>
          <p:nvPr/>
        </p:nvSpPr>
        <p:spPr>
          <a:xfrm>
            <a:off x="640080" y="1207008"/>
            <a:ext cx="10911535" cy="18288"/>
          </a:xfrm>
          <a:prstGeom prst="rect">
            <a:avLst/>
          </a:prstGeom>
          <a:solidFill>
            <a:srgbClr val="201243"/>
          </a:solidFill>
          <a:ln/>
        </p:spPr>
        <p:txBody>
          <a:bodyPr/>
          <a:lstStyle/>
          <a:p>
            <a:endParaRPr lang="en-US"/>
          </a:p>
        </p:txBody>
      </p:sp>
      <p:sp>
        <p:nvSpPr>
          <p:cNvPr id="6" name="Shape 4"/>
          <p:cNvSpPr/>
          <p:nvPr/>
        </p:nvSpPr>
        <p:spPr>
          <a:xfrm>
            <a:off x="640080" y="1508760"/>
            <a:ext cx="3566160" cy="3977640"/>
          </a:xfrm>
          <a:prstGeom prst="roundRect">
            <a:avLst>
              <a:gd name="adj" fmla="val 1282"/>
            </a:avLst>
          </a:prstGeom>
          <a:solidFill>
            <a:srgbClr val="201243"/>
          </a:solidFill>
          <a:ln w="12700">
            <a:solidFill>
              <a:srgbClr val="201243"/>
            </a:solidFill>
            <a:prstDash val="solid"/>
          </a:ln>
        </p:spPr>
        <p:txBody>
          <a:bodyPr/>
          <a:lstStyle/>
          <a:p>
            <a:endParaRPr lang="en-US"/>
          </a:p>
        </p:txBody>
      </p:sp>
      <p:sp>
        <p:nvSpPr>
          <p:cNvPr id="9" name="Text 7"/>
          <p:cNvSpPr/>
          <p:nvPr/>
        </p:nvSpPr>
        <p:spPr>
          <a:xfrm>
            <a:off x="914400" y="3474720"/>
            <a:ext cx="3017520" cy="365760"/>
          </a:xfrm>
          <a:prstGeom prst="rect">
            <a:avLst/>
          </a:prstGeom>
          <a:noFill/>
          <a:ln/>
        </p:spPr>
        <p:txBody>
          <a:bodyPr wrap="square" lIns="0" tIns="0" rIns="0" bIns="0" rtlCol="0" anchor="ctr"/>
          <a:lstStyle/>
          <a:p>
            <a:pPr marL="0" indent="0" algn="ctr">
              <a:buNone/>
            </a:pPr>
            <a:r>
              <a:rPr lang="en-US" sz="1900" b="1" dirty="0">
                <a:solidFill>
                  <a:srgbClr val="FFFFFF"/>
                </a:solidFill>
                <a:latin typeface="Calibri" pitchFamily="34" charset="0"/>
                <a:ea typeface="Calibri" pitchFamily="34" charset="-122"/>
                <a:cs typeface="Calibri" pitchFamily="34" charset="-120"/>
              </a:rPr>
              <a:t>Dr. Chintan Desai, MD</a:t>
            </a:r>
            <a:endParaRPr lang="en-US" sz="1900" dirty="0"/>
          </a:p>
        </p:txBody>
      </p:sp>
      <p:sp>
        <p:nvSpPr>
          <p:cNvPr id="10" name="Text 8"/>
          <p:cNvSpPr/>
          <p:nvPr/>
        </p:nvSpPr>
        <p:spPr>
          <a:xfrm>
            <a:off x="914400" y="3840480"/>
            <a:ext cx="3017520" cy="274320"/>
          </a:xfrm>
          <a:prstGeom prst="rect">
            <a:avLst/>
          </a:prstGeom>
          <a:noFill/>
          <a:ln/>
        </p:spPr>
        <p:txBody>
          <a:bodyPr wrap="square" lIns="0" tIns="0" rIns="0" bIns="0" rtlCol="0" anchor="ctr"/>
          <a:lstStyle/>
          <a:p>
            <a:pPr marL="0" indent="0" algn="ctr">
              <a:buNone/>
            </a:pPr>
            <a:r>
              <a:rPr lang="en-US" sz="1200" i="1" dirty="0">
                <a:solidFill>
                  <a:srgbClr val="B9AFD0"/>
                </a:solidFill>
                <a:latin typeface="Calibri" pitchFamily="34" charset="0"/>
                <a:ea typeface="Calibri" pitchFamily="34" charset="-122"/>
                <a:cs typeface="Calibri" pitchFamily="34" charset="-120"/>
              </a:rPr>
              <a:t>Founder &amp; Chief Executive Officer</a:t>
            </a:r>
            <a:endParaRPr lang="en-US" sz="1200" dirty="0"/>
          </a:p>
        </p:txBody>
      </p:sp>
      <p:sp>
        <p:nvSpPr>
          <p:cNvPr id="11" name="Shape 9"/>
          <p:cNvSpPr/>
          <p:nvPr/>
        </p:nvSpPr>
        <p:spPr>
          <a:xfrm>
            <a:off x="1737360" y="4251960"/>
            <a:ext cx="1371600" cy="10973"/>
          </a:xfrm>
          <a:prstGeom prst="rect">
            <a:avLst/>
          </a:prstGeom>
          <a:solidFill>
            <a:srgbClr val="4E4270"/>
          </a:solidFill>
          <a:ln/>
        </p:spPr>
        <p:txBody>
          <a:bodyPr/>
          <a:lstStyle/>
          <a:p>
            <a:endParaRPr lang="en-US"/>
          </a:p>
        </p:txBody>
      </p:sp>
      <p:sp>
        <p:nvSpPr>
          <p:cNvPr id="12" name="Text 10"/>
          <p:cNvSpPr/>
          <p:nvPr/>
        </p:nvSpPr>
        <p:spPr>
          <a:xfrm>
            <a:off x="960120" y="4434840"/>
            <a:ext cx="2926080" cy="822960"/>
          </a:xfrm>
          <a:prstGeom prst="rect">
            <a:avLst/>
          </a:prstGeom>
          <a:noFill/>
          <a:ln/>
        </p:spPr>
        <p:txBody>
          <a:bodyPr wrap="square" lIns="0" tIns="0" rIns="0" bIns="0" rtlCol="0" anchor="ctr"/>
          <a:lstStyle/>
          <a:p>
            <a:pPr marL="0" indent="0" algn="ctr">
              <a:lnSpc>
                <a:spcPts val="1500"/>
              </a:lnSpc>
              <a:buNone/>
            </a:pPr>
            <a:r>
              <a:rPr lang="en-US" sz="1150" dirty="0">
                <a:solidFill>
                  <a:srgbClr val="CFC7DE"/>
                </a:solidFill>
                <a:latin typeface="Calibri" pitchFamily="34" charset="0"/>
                <a:ea typeface="Calibri" pitchFamily="34" charset="-122"/>
                <a:cs typeface="Calibri" pitchFamily="34" charset="-120"/>
              </a:rPr>
              <a:t>Personally led the acquisition and integration</a:t>
            </a:r>
            <a:endParaRPr lang="en-US" sz="1150" dirty="0"/>
          </a:p>
          <a:p>
            <a:pPr marL="0" indent="0" algn="ctr">
              <a:lnSpc>
                <a:spcPts val="1500"/>
              </a:lnSpc>
              <a:buNone/>
            </a:pPr>
            <a:r>
              <a:rPr lang="en-US" sz="1150" dirty="0">
                <a:solidFill>
                  <a:srgbClr val="CFC7DE"/>
                </a:solidFill>
                <a:latin typeface="Calibri" pitchFamily="34" charset="0"/>
                <a:ea typeface="Calibri" pitchFamily="34" charset="-122"/>
                <a:cs typeface="Calibri" pitchFamily="34" charset="-120"/>
              </a:rPr>
              <a:t>of every center on the platform to date</a:t>
            </a:r>
            <a:endParaRPr lang="en-US" sz="1150" dirty="0"/>
          </a:p>
        </p:txBody>
      </p:sp>
      <p:sp>
        <p:nvSpPr>
          <p:cNvPr id="13" name="Text 11"/>
          <p:cNvSpPr/>
          <p:nvPr/>
        </p:nvSpPr>
        <p:spPr>
          <a:xfrm>
            <a:off x="4572000" y="1508760"/>
            <a:ext cx="6979615" cy="292608"/>
          </a:xfrm>
          <a:prstGeom prst="rect">
            <a:avLst/>
          </a:prstGeom>
          <a:noFill/>
          <a:ln/>
        </p:spPr>
        <p:txBody>
          <a:bodyPr wrap="square" lIns="0" tIns="0" rIns="0" bIns="0" rtlCol="0" anchor="ctr"/>
          <a:lstStyle/>
          <a:p>
            <a:pPr marL="0" indent="0">
              <a:buNone/>
            </a:pPr>
            <a:r>
              <a:rPr lang="en-US" sz="1400" b="1" dirty="0">
                <a:solidFill>
                  <a:srgbClr val="825B90"/>
                </a:solidFill>
                <a:latin typeface="Calibri" pitchFamily="34" charset="0"/>
                <a:ea typeface="Calibri" pitchFamily="34" charset="-122"/>
                <a:cs typeface="Calibri" pitchFamily="34" charset="-120"/>
              </a:rPr>
              <a:t>Clinical Leadership</a:t>
            </a:r>
            <a:endParaRPr lang="en-US" sz="1400" dirty="0"/>
          </a:p>
        </p:txBody>
      </p:sp>
      <p:sp>
        <p:nvSpPr>
          <p:cNvPr id="14" name="Text 12"/>
          <p:cNvSpPr/>
          <p:nvPr/>
        </p:nvSpPr>
        <p:spPr>
          <a:xfrm>
            <a:off x="4617720" y="1837944"/>
            <a:ext cx="6933895" cy="960120"/>
          </a:xfrm>
          <a:prstGeom prst="rect">
            <a:avLst/>
          </a:prstGeom>
          <a:noFill/>
          <a:ln/>
        </p:spPr>
        <p:txBody>
          <a:bodyPr wrap="square" lIns="0" tIns="0" rIns="0" bIns="0" rtlCol="0" anchor="t"/>
          <a:lstStyle/>
          <a:p>
            <a:pPr marL="342900" indent="-342900">
              <a:lnSpc>
                <a:spcPts val="1500"/>
              </a:lnSpc>
              <a:spcAft>
                <a:spcPts val="500"/>
              </a:spcAft>
              <a:buSzPct val="100000"/>
              <a:buChar char="•"/>
            </a:pPr>
            <a:r>
              <a:rPr lang="en-US" sz="1150" dirty="0">
                <a:solidFill>
                  <a:srgbClr val="3B3350"/>
                </a:solidFill>
                <a:latin typeface="Calibri" pitchFamily="34" charset="0"/>
                <a:ea typeface="Calibri" pitchFamily="34" charset="-122"/>
                <a:cs typeface="Calibri" pitchFamily="34" charset="-120"/>
              </a:rPr>
              <a:t>President, Florida Radiological Society</a:t>
            </a:r>
            <a:endParaRPr lang="en-US" sz="1150" dirty="0"/>
          </a:p>
          <a:p>
            <a:pPr marL="342900" indent="-342900">
              <a:lnSpc>
                <a:spcPts val="1500"/>
              </a:lnSpc>
              <a:spcAft>
                <a:spcPts val="500"/>
              </a:spcAft>
              <a:buSzPct val="100000"/>
              <a:buChar char="•"/>
            </a:pPr>
            <a:r>
              <a:rPr lang="en-US" sz="1150" dirty="0">
                <a:solidFill>
                  <a:srgbClr val="3B3350"/>
                </a:solidFill>
                <a:latin typeface="Calibri" pitchFamily="34" charset="0"/>
                <a:ea typeface="Calibri" pitchFamily="34" charset="-122"/>
                <a:cs typeface="Calibri" pitchFamily="34" charset="-120"/>
              </a:rPr>
              <a:t>Chief Medical Officer, Rose Radiology Center</a:t>
            </a:r>
            <a:endParaRPr lang="en-US" sz="1150" dirty="0"/>
          </a:p>
          <a:p>
            <a:pPr marL="342900" indent="-342900">
              <a:lnSpc>
                <a:spcPts val="1500"/>
              </a:lnSpc>
              <a:spcAft>
                <a:spcPts val="500"/>
              </a:spcAft>
              <a:buSzPct val="100000"/>
              <a:buChar char="•"/>
            </a:pPr>
            <a:r>
              <a:rPr lang="en-US" sz="1150" dirty="0">
                <a:solidFill>
                  <a:srgbClr val="3B3350"/>
                </a:solidFill>
                <a:latin typeface="Calibri" pitchFamily="34" charset="0"/>
                <a:ea typeface="Calibri" pitchFamily="34" charset="-122"/>
                <a:cs typeface="Calibri" pitchFamily="34" charset="-120"/>
              </a:rPr>
              <a:t>Fellowship, Duke University · M.D., University of Miami</a:t>
            </a:r>
            <a:endParaRPr lang="en-US" sz="1150" dirty="0"/>
          </a:p>
        </p:txBody>
      </p:sp>
      <p:sp>
        <p:nvSpPr>
          <p:cNvPr id="15" name="Text 13"/>
          <p:cNvSpPr/>
          <p:nvPr/>
        </p:nvSpPr>
        <p:spPr>
          <a:xfrm>
            <a:off x="4572000" y="2880360"/>
            <a:ext cx="6979615" cy="292608"/>
          </a:xfrm>
          <a:prstGeom prst="rect">
            <a:avLst/>
          </a:prstGeom>
          <a:noFill/>
          <a:ln/>
        </p:spPr>
        <p:txBody>
          <a:bodyPr wrap="square" lIns="0" tIns="0" rIns="0" bIns="0" rtlCol="0" anchor="ctr"/>
          <a:lstStyle/>
          <a:p>
            <a:pPr marL="0" indent="0">
              <a:buNone/>
            </a:pPr>
            <a:r>
              <a:rPr lang="en-US" sz="1400" b="1" dirty="0">
                <a:solidFill>
                  <a:srgbClr val="825B90"/>
                </a:solidFill>
                <a:latin typeface="Calibri" pitchFamily="34" charset="0"/>
                <a:ea typeface="Calibri" pitchFamily="34" charset="-122"/>
                <a:cs typeface="Calibri" pitchFamily="34" charset="-120"/>
              </a:rPr>
              <a:t>Operating &amp; Business Background</a:t>
            </a:r>
            <a:endParaRPr lang="en-US" sz="1400" dirty="0"/>
          </a:p>
        </p:txBody>
      </p:sp>
      <p:sp>
        <p:nvSpPr>
          <p:cNvPr id="16" name="Text 14"/>
          <p:cNvSpPr/>
          <p:nvPr/>
        </p:nvSpPr>
        <p:spPr>
          <a:xfrm>
            <a:off x="4617720" y="3209544"/>
            <a:ext cx="6933895" cy="960120"/>
          </a:xfrm>
          <a:prstGeom prst="rect">
            <a:avLst/>
          </a:prstGeom>
          <a:noFill/>
          <a:ln/>
        </p:spPr>
        <p:txBody>
          <a:bodyPr wrap="square" lIns="0" tIns="0" rIns="0" bIns="0" rtlCol="0" anchor="t"/>
          <a:lstStyle/>
          <a:p>
            <a:pPr marL="342900" indent="-342900">
              <a:lnSpc>
                <a:spcPts val="1500"/>
              </a:lnSpc>
              <a:spcAft>
                <a:spcPts val="500"/>
              </a:spcAft>
              <a:buSzPct val="100000"/>
              <a:buChar char="•"/>
            </a:pPr>
            <a:r>
              <a:rPr lang="en-US" sz="1150" dirty="0">
                <a:solidFill>
                  <a:srgbClr val="3B3350"/>
                </a:solidFill>
                <a:latin typeface="Calibri" pitchFamily="34" charset="0"/>
                <a:ea typeface="Calibri" pitchFamily="34" charset="-122"/>
                <a:cs typeface="Calibri" pitchFamily="34" charset="-120"/>
              </a:rPr>
              <a:t>MBA, Harvard Business School</a:t>
            </a:r>
            <a:endParaRPr lang="en-US" sz="1150" dirty="0"/>
          </a:p>
          <a:p>
            <a:pPr marL="342900" indent="-342900">
              <a:lnSpc>
                <a:spcPts val="1500"/>
              </a:lnSpc>
              <a:spcAft>
                <a:spcPts val="500"/>
              </a:spcAft>
              <a:buSzPct val="100000"/>
              <a:buChar char="•"/>
            </a:pPr>
            <a:r>
              <a:rPr lang="en-US" sz="1150" dirty="0">
                <a:solidFill>
                  <a:srgbClr val="3B3350"/>
                </a:solidFill>
                <a:latin typeface="Calibri" pitchFamily="34" charset="0"/>
                <a:ea typeface="Calibri" pitchFamily="34" charset="-122"/>
                <a:cs typeface="Calibri" pitchFamily="34" charset="-120"/>
              </a:rPr>
              <a:t>Hands-on across clinical operations, revenue cycle management, scheduling and multi-state platform management</a:t>
            </a:r>
            <a:endParaRPr lang="en-US" sz="1150" dirty="0"/>
          </a:p>
          <a:p>
            <a:pPr marL="342900" indent="-342900">
              <a:lnSpc>
                <a:spcPts val="1500"/>
              </a:lnSpc>
              <a:spcAft>
                <a:spcPts val="500"/>
              </a:spcAft>
              <a:buSzPct val="100000"/>
              <a:buChar char="•"/>
            </a:pPr>
            <a:r>
              <a:rPr lang="en-US" sz="1150" dirty="0">
                <a:solidFill>
                  <a:srgbClr val="3B3350"/>
                </a:solidFill>
                <a:latin typeface="Calibri" pitchFamily="34" charset="0"/>
                <a:ea typeface="Calibri" pitchFamily="34" charset="-122"/>
                <a:cs typeface="Calibri" pitchFamily="34" charset="-120"/>
              </a:rPr>
              <a:t>Founded RadX in 2023 and scaled it from 7 to 20+ centers</a:t>
            </a:r>
            <a:endParaRPr lang="en-US" sz="1150" dirty="0"/>
          </a:p>
        </p:txBody>
      </p:sp>
      <p:sp>
        <p:nvSpPr>
          <p:cNvPr id="17" name="Text 15"/>
          <p:cNvSpPr/>
          <p:nvPr/>
        </p:nvSpPr>
        <p:spPr>
          <a:xfrm>
            <a:off x="4572000" y="4251960"/>
            <a:ext cx="6979615" cy="292608"/>
          </a:xfrm>
          <a:prstGeom prst="rect">
            <a:avLst/>
          </a:prstGeom>
          <a:noFill/>
          <a:ln/>
        </p:spPr>
        <p:txBody>
          <a:bodyPr wrap="square" lIns="0" tIns="0" rIns="0" bIns="0" rtlCol="0" anchor="ctr"/>
          <a:lstStyle/>
          <a:p>
            <a:pPr marL="0" indent="0">
              <a:buNone/>
            </a:pPr>
            <a:r>
              <a:rPr lang="en-US" sz="1400" b="1" dirty="0">
                <a:solidFill>
                  <a:srgbClr val="825B90"/>
                </a:solidFill>
                <a:latin typeface="Calibri" pitchFamily="34" charset="0"/>
                <a:ea typeface="Calibri" pitchFamily="34" charset="-122"/>
                <a:cs typeface="Calibri" pitchFamily="34" charset="-120"/>
              </a:rPr>
              <a:t>Alignment With Sellers</a:t>
            </a:r>
            <a:endParaRPr lang="en-US" sz="1400" dirty="0"/>
          </a:p>
        </p:txBody>
      </p:sp>
      <p:sp>
        <p:nvSpPr>
          <p:cNvPr id="18" name="Text 16"/>
          <p:cNvSpPr/>
          <p:nvPr/>
        </p:nvSpPr>
        <p:spPr>
          <a:xfrm>
            <a:off x="4617720" y="4581144"/>
            <a:ext cx="6933895" cy="960120"/>
          </a:xfrm>
          <a:prstGeom prst="rect">
            <a:avLst/>
          </a:prstGeom>
          <a:noFill/>
          <a:ln/>
        </p:spPr>
        <p:txBody>
          <a:bodyPr wrap="square" lIns="0" tIns="0" rIns="0" bIns="0" rtlCol="0" anchor="t"/>
          <a:lstStyle/>
          <a:p>
            <a:pPr marL="342900" indent="-342900">
              <a:lnSpc>
                <a:spcPts val="1500"/>
              </a:lnSpc>
              <a:spcAft>
                <a:spcPts val="500"/>
              </a:spcAft>
              <a:buSzPct val="100000"/>
              <a:buChar char="•"/>
            </a:pPr>
            <a:r>
              <a:rPr lang="en-US" sz="1150" dirty="0">
                <a:solidFill>
                  <a:srgbClr val="3B3350"/>
                </a:solidFill>
                <a:latin typeface="Calibri" pitchFamily="34" charset="0"/>
                <a:ea typeface="Calibri" pitchFamily="34" charset="-122"/>
                <a:cs typeface="Calibri" pitchFamily="34" charset="-120"/>
              </a:rPr>
              <a:t>Dr. Desai has rolled 100% of his own proceeds into the platform alongside institutional capital</a:t>
            </a:r>
            <a:endParaRPr lang="en-US" sz="1150" dirty="0"/>
          </a:p>
          <a:p>
            <a:pPr marL="342900" indent="-342900">
              <a:lnSpc>
                <a:spcPts val="1500"/>
              </a:lnSpc>
              <a:spcAft>
                <a:spcPts val="500"/>
              </a:spcAft>
              <a:buSzPct val="100000"/>
              <a:buChar char="•"/>
            </a:pPr>
            <a:r>
              <a:rPr lang="en-US" sz="1150" dirty="0">
                <a:solidFill>
                  <a:srgbClr val="3B3350"/>
                </a:solidFill>
                <a:latin typeface="Calibri" pitchFamily="34" charset="0"/>
                <a:ea typeface="Calibri" pitchFamily="34" charset="-122"/>
                <a:cs typeface="Calibri" pitchFamily="34" charset="-120"/>
              </a:rPr>
              <a:t>He is invested in the same security as every other equity holder, including sellers who elect to roll</a:t>
            </a:r>
            <a:endParaRPr lang="en-US" sz="1150" dirty="0"/>
          </a:p>
        </p:txBody>
      </p:sp>
      <p:sp>
        <p:nvSpPr>
          <p:cNvPr id="19" name="Text 17"/>
          <p:cNvSpPr/>
          <p:nvPr/>
        </p:nvSpPr>
        <p:spPr>
          <a:xfrm>
            <a:off x="640080" y="6400800"/>
            <a:ext cx="3657600" cy="228600"/>
          </a:xfrm>
          <a:prstGeom prst="rect">
            <a:avLst/>
          </a:prstGeom>
          <a:noFill/>
          <a:ln/>
        </p:spPr>
        <p:txBody>
          <a:bodyPr wrap="square" lIns="0" tIns="0" rIns="0" bIns="0" rtlCol="0" anchor="ctr"/>
          <a:lstStyle/>
          <a:p>
            <a:pPr marL="0" indent="0">
              <a:buNone/>
            </a:pPr>
            <a:r>
              <a:rPr lang="en-US" sz="900" dirty="0">
                <a:solidFill>
                  <a:srgbClr val="837D94"/>
                </a:solidFill>
                <a:latin typeface="Calibri" pitchFamily="34" charset="0"/>
                <a:ea typeface="Calibri" pitchFamily="34" charset="-122"/>
                <a:cs typeface="Calibri" pitchFamily="34" charset="-120"/>
              </a:rPr>
              <a:t>RadX inc.  ·  Confidential</a:t>
            </a:r>
            <a:endParaRPr lang="en-US" sz="900" dirty="0"/>
          </a:p>
        </p:txBody>
      </p:sp>
      <p:sp>
        <p:nvSpPr>
          <p:cNvPr id="20" name="Text 18"/>
          <p:cNvSpPr/>
          <p:nvPr/>
        </p:nvSpPr>
        <p:spPr>
          <a:xfrm>
            <a:off x="4206240" y="6400800"/>
            <a:ext cx="6583680" cy="228600"/>
          </a:xfrm>
          <a:prstGeom prst="rect">
            <a:avLst/>
          </a:prstGeom>
          <a:noFill/>
          <a:ln/>
        </p:spPr>
        <p:txBody>
          <a:bodyPr wrap="square" lIns="0" tIns="0" rIns="0" bIns="0" rtlCol="0" anchor="ctr"/>
          <a:lstStyle/>
          <a:p>
            <a:pPr marL="0" indent="0" algn="ctr">
              <a:buNone/>
            </a:pPr>
            <a:r>
              <a:rPr lang="en-US" sz="900" dirty="0">
                <a:solidFill>
                  <a:srgbClr val="B03A3A"/>
                </a:solidFill>
                <a:latin typeface="Calibri" pitchFamily="34" charset="0"/>
                <a:ea typeface="Calibri" pitchFamily="34" charset="-122"/>
                <a:cs typeface="Calibri" pitchFamily="34" charset="-120"/>
              </a:rPr>
              <a:t>Presentation Does Not Constitute a Binding Offer - Figures Subject to Confirmatory Due Diligence</a:t>
            </a:r>
            <a:endParaRPr lang="en-US" sz="900" dirty="0"/>
          </a:p>
        </p:txBody>
      </p:sp>
      <p:sp>
        <p:nvSpPr>
          <p:cNvPr id="21" name="Text 19"/>
          <p:cNvSpPr/>
          <p:nvPr/>
        </p:nvSpPr>
        <p:spPr>
          <a:xfrm>
            <a:off x="11002975" y="6400800"/>
            <a:ext cx="548640" cy="228600"/>
          </a:xfrm>
          <a:prstGeom prst="rect">
            <a:avLst/>
          </a:prstGeom>
          <a:noFill/>
          <a:ln/>
        </p:spPr>
        <p:txBody>
          <a:bodyPr wrap="square" lIns="0" tIns="0" rIns="0" bIns="0" rtlCol="0" anchor="ctr"/>
          <a:lstStyle/>
          <a:p>
            <a:pPr marL="0" indent="0" algn="r">
              <a:buNone/>
            </a:pPr>
            <a:r>
              <a:rPr lang="en-US" sz="1000" b="1" dirty="0">
                <a:solidFill>
                  <a:srgbClr val="201243"/>
                </a:solidFill>
                <a:latin typeface="Calibri" pitchFamily="34" charset="0"/>
                <a:ea typeface="Calibri" pitchFamily="34" charset="-122"/>
                <a:cs typeface="Calibri" pitchFamily="34" charset="-120"/>
              </a:rPr>
              <a:t>4</a:t>
            </a:r>
            <a:endParaRPr lang="en-US" sz="1000" dirty="0"/>
          </a:p>
        </p:txBody>
      </p:sp>
      <p:pic>
        <p:nvPicPr>
          <p:cNvPr id="23" name="Picture 22" descr="Dr. Chintan Desai - M1 Imaging Center">
            <a:extLst>
              <a:ext uri="{FF2B5EF4-FFF2-40B4-BE49-F238E27FC236}">
                <a16:creationId xmlns:a16="http://schemas.microsoft.com/office/drawing/2014/main" id="{453F7987-58F2-F6EB-CCDB-10177E2217D9}"/>
              </a:ext>
            </a:extLst>
          </p:cNvPr>
          <p:cNvPicPr>
            <a:picLocks noChangeAspect="1"/>
          </p:cNvPicPr>
          <p:nvPr/>
        </p:nvPicPr>
        <p:blipFill rotWithShape="1">
          <a:blip r:embed="rId3"/>
          <a:srcRect l="38" t="7026" r="-38" b="26306"/>
          <a:stretch>
            <a:fillRect/>
          </a:stretch>
        </p:blipFill>
        <p:spPr>
          <a:xfrm>
            <a:off x="1737360" y="1874520"/>
            <a:ext cx="1371600" cy="1371600"/>
          </a:xfrm>
          <a:prstGeom prst="ellipse">
            <a:avLst/>
          </a:prstGeom>
        </p:spPr>
      </p:pic>
    </p:spTree>
    <p:extLst>
      <p:ext uri="{BB962C8B-B14F-4D97-AF65-F5344CB8AC3E}">
        <p14:creationId xmlns:p14="http://schemas.microsoft.com/office/powerpoint/2010/main" val="5125198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10180015" y="347472"/>
            <a:ext cx="1371600" cy="274320"/>
          </a:xfrm>
          <a:prstGeom prst="rect">
            <a:avLst/>
          </a:prstGeom>
          <a:noFill/>
          <a:ln/>
        </p:spPr>
        <p:txBody>
          <a:bodyPr wrap="square" lIns="0" tIns="0" rIns="0" bIns="0" rtlCol="0" anchor="ctr"/>
          <a:lstStyle/>
          <a:p>
            <a:pPr marL="0" indent="0" algn="r">
              <a:buNone/>
            </a:pPr>
            <a:r>
              <a:rPr lang="en-US" sz="1500" b="1" dirty="0">
                <a:solidFill>
                  <a:srgbClr val="201243"/>
                </a:solidFill>
                <a:latin typeface="Calibri" pitchFamily="34" charset="0"/>
                <a:ea typeface="Calibri" pitchFamily="34" charset="-122"/>
                <a:cs typeface="Calibri" pitchFamily="34" charset="-120"/>
              </a:rPr>
              <a:t>RadX</a:t>
            </a:r>
            <a:endParaRPr lang="en-US" sz="1500" dirty="0"/>
          </a:p>
        </p:txBody>
      </p:sp>
      <p:sp>
        <p:nvSpPr>
          <p:cNvPr id="3" name="Text 1"/>
          <p:cNvSpPr/>
          <p:nvPr/>
        </p:nvSpPr>
        <p:spPr>
          <a:xfrm>
            <a:off x="640080" y="347472"/>
            <a:ext cx="9326880" cy="457200"/>
          </a:xfrm>
          <a:prstGeom prst="rect">
            <a:avLst/>
          </a:prstGeom>
          <a:noFill/>
          <a:ln/>
        </p:spPr>
        <p:txBody>
          <a:bodyPr wrap="square" lIns="0" tIns="0" rIns="0" bIns="0" rtlCol="0" anchor="ctr"/>
          <a:lstStyle/>
          <a:p>
            <a:pPr marL="0" indent="0">
              <a:buNone/>
            </a:pPr>
            <a:r>
              <a:rPr lang="en-US" sz="2700" b="1" dirty="0">
                <a:solidFill>
                  <a:srgbClr val="201243"/>
                </a:solidFill>
                <a:latin typeface="Calibri" pitchFamily="34" charset="0"/>
                <a:ea typeface="Calibri" pitchFamily="34" charset="-122"/>
                <a:cs typeface="Calibri" pitchFamily="34" charset="-120"/>
              </a:rPr>
              <a:t>Overview of Proposed Transaction</a:t>
            </a:r>
            <a:endParaRPr lang="en-US" sz="2700" dirty="0"/>
          </a:p>
        </p:txBody>
      </p:sp>
      <p:sp>
        <p:nvSpPr>
          <p:cNvPr id="4" name="Text 2"/>
          <p:cNvSpPr/>
          <p:nvPr/>
        </p:nvSpPr>
        <p:spPr>
          <a:xfrm>
            <a:off x="640080" y="841248"/>
            <a:ext cx="10515600" cy="292608"/>
          </a:xfrm>
          <a:prstGeom prst="rect">
            <a:avLst/>
          </a:prstGeom>
          <a:noFill/>
          <a:ln/>
        </p:spPr>
        <p:txBody>
          <a:bodyPr wrap="square" lIns="0" tIns="0" rIns="0" bIns="0" rtlCol="0" anchor="ctr"/>
          <a:lstStyle/>
          <a:p>
            <a:pPr marL="0" indent="0">
              <a:buNone/>
            </a:pPr>
            <a:r>
              <a:rPr lang="en-US" sz="1300" i="1" dirty="0">
                <a:solidFill>
                  <a:srgbClr val="837D94"/>
                </a:solidFill>
                <a:latin typeface="Calibri" pitchFamily="34" charset="0"/>
                <a:ea typeface="Calibri" pitchFamily="34" charset="-122"/>
                <a:cs typeface="Calibri" pitchFamily="34" charset="-120"/>
              </a:rPr>
              <a:t>There are three potential components of your go-forward proceeds under our proposal</a:t>
            </a:r>
            <a:endParaRPr lang="en-US" sz="1300" dirty="0"/>
          </a:p>
        </p:txBody>
      </p:sp>
      <p:sp>
        <p:nvSpPr>
          <p:cNvPr id="5" name="Shape 3"/>
          <p:cNvSpPr/>
          <p:nvPr/>
        </p:nvSpPr>
        <p:spPr>
          <a:xfrm>
            <a:off x="640080" y="1207008"/>
            <a:ext cx="10911535" cy="18288"/>
          </a:xfrm>
          <a:prstGeom prst="rect">
            <a:avLst/>
          </a:prstGeom>
          <a:solidFill>
            <a:srgbClr val="201243"/>
          </a:solidFill>
          <a:ln/>
        </p:spPr>
        <p:txBody>
          <a:bodyPr/>
          <a:lstStyle/>
          <a:p>
            <a:endParaRPr lang="en-US"/>
          </a:p>
        </p:txBody>
      </p:sp>
      <p:sp>
        <p:nvSpPr>
          <p:cNvPr id="6" name="Shape 4"/>
          <p:cNvSpPr/>
          <p:nvPr/>
        </p:nvSpPr>
        <p:spPr>
          <a:xfrm>
            <a:off x="640080" y="2520634"/>
            <a:ext cx="3454298" cy="3200400"/>
          </a:xfrm>
          <a:prstGeom prst="roundRect">
            <a:avLst>
              <a:gd name="adj" fmla="val 1714"/>
            </a:avLst>
          </a:prstGeom>
          <a:solidFill>
            <a:srgbClr val="FFFFFF"/>
          </a:solidFill>
          <a:ln w="12700">
            <a:solidFill>
              <a:srgbClr val="D7D3DE"/>
            </a:solidFill>
            <a:prstDash val="solid"/>
          </a:ln>
        </p:spPr>
        <p:txBody>
          <a:bodyPr/>
          <a:lstStyle/>
          <a:p>
            <a:endParaRPr lang="en-US"/>
          </a:p>
        </p:txBody>
      </p:sp>
      <p:sp>
        <p:nvSpPr>
          <p:cNvPr id="7" name="Shape 5"/>
          <p:cNvSpPr/>
          <p:nvPr/>
        </p:nvSpPr>
        <p:spPr>
          <a:xfrm>
            <a:off x="640080" y="2520634"/>
            <a:ext cx="3454298" cy="566928"/>
          </a:xfrm>
          <a:prstGeom prst="rect">
            <a:avLst/>
          </a:prstGeom>
          <a:solidFill>
            <a:srgbClr val="201243"/>
          </a:solidFill>
          <a:ln w="12700">
            <a:solidFill>
              <a:srgbClr val="201243"/>
            </a:solidFill>
            <a:prstDash val="solid"/>
          </a:ln>
        </p:spPr>
        <p:txBody>
          <a:bodyPr/>
          <a:lstStyle/>
          <a:p>
            <a:endParaRPr lang="en-US"/>
          </a:p>
        </p:txBody>
      </p:sp>
      <p:sp>
        <p:nvSpPr>
          <p:cNvPr id="8" name="Text 6"/>
          <p:cNvSpPr/>
          <p:nvPr/>
        </p:nvSpPr>
        <p:spPr>
          <a:xfrm>
            <a:off x="841248" y="2630362"/>
            <a:ext cx="3088538" cy="347472"/>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1.  Cash at Close</a:t>
            </a:r>
            <a:endParaRPr lang="en-US" sz="1450" dirty="0"/>
          </a:p>
        </p:txBody>
      </p:sp>
      <p:sp>
        <p:nvSpPr>
          <p:cNvPr id="9" name="Text 7"/>
          <p:cNvSpPr/>
          <p:nvPr/>
        </p:nvSpPr>
        <p:spPr>
          <a:xfrm>
            <a:off x="841248" y="3233866"/>
            <a:ext cx="3088538" cy="548640"/>
          </a:xfrm>
          <a:prstGeom prst="rect">
            <a:avLst/>
          </a:prstGeom>
          <a:noFill/>
          <a:ln/>
        </p:spPr>
        <p:txBody>
          <a:bodyPr wrap="square" lIns="0" tIns="0" rIns="0" bIns="0" rtlCol="0" anchor="ctr"/>
          <a:lstStyle/>
          <a:p>
            <a:pPr marL="0" indent="0">
              <a:buNone/>
            </a:pPr>
            <a:r>
              <a:rPr lang="en-US" sz="2800" b="1" dirty="0">
                <a:solidFill>
                  <a:srgbClr val="825B90"/>
                </a:solidFill>
                <a:latin typeface="Calibri" pitchFamily="34" charset="0"/>
                <a:ea typeface="Calibri" pitchFamily="34" charset="-122"/>
                <a:cs typeface="Calibri" pitchFamily="34" charset="-120"/>
              </a:rPr>
              <a:t>$30M</a:t>
            </a:r>
            <a:endParaRPr lang="en-US" sz="2800" dirty="0"/>
          </a:p>
        </p:txBody>
      </p:sp>
      <p:sp>
        <p:nvSpPr>
          <p:cNvPr id="10" name="Text 8"/>
          <p:cNvSpPr/>
          <p:nvPr/>
        </p:nvSpPr>
        <p:spPr>
          <a:xfrm>
            <a:off x="886968" y="3873946"/>
            <a:ext cx="2997098" cy="1691640"/>
          </a:xfrm>
          <a:prstGeom prst="rect">
            <a:avLst/>
          </a:prstGeom>
          <a:noFill/>
          <a:ln/>
        </p:spPr>
        <p:txBody>
          <a:bodyPr wrap="square" lIns="0" tIns="0" rIns="0" bIns="0" rtlCol="0" anchor="t"/>
          <a:lstStyle/>
          <a:p>
            <a:pPr marL="342900" indent="-342900">
              <a:lnSpc>
                <a:spcPts val="1500"/>
              </a:lnSpc>
              <a:spcAft>
                <a:spcPts val="600"/>
              </a:spcAft>
              <a:buSzPct val="100000"/>
              <a:buChar char="•"/>
            </a:pPr>
            <a:r>
              <a:rPr lang="en-US" sz="1150" dirty="0">
                <a:solidFill>
                  <a:srgbClr val="3B3350"/>
                </a:solidFill>
                <a:latin typeface="Calibri" pitchFamily="34" charset="0"/>
                <a:ea typeface="Calibri" pitchFamily="34" charset="-122"/>
                <a:cs typeface="Calibri" pitchFamily="34" charset="-120"/>
              </a:rPr>
              <a:t>Paid in full at closing</a:t>
            </a:r>
            <a:endParaRPr lang="en-US" sz="1150" dirty="0"/>
          </a:p>
          <a:p>
            <a:pPr marL="342900" indent="-342900">
              <a:lnSpc>
                <a:spcPts val="1500"/>
              </a:lnSpc>
              <a:spcAft>
                <a:spcPts val="600"/>
              </a:spcAft>
              <a:buSzPct val="100000"/>
              <a:buChar char="•"/>
            </a:pPr>
            <a:r>
              <a:rPr lang="en-US" sz="1150" dirty="0">
                <a:solidFill>
                  <a:srgbClr val="3B3350"/>
                </a:solidFill>
                <a:latin typeface="Calibri" pitchFamily="34" charset="0"/>
                <a:ea typeface="Calibri" pitchFamily="34" charset="-122"/>
                <a:cs typeface="Calibri" pitchFamily="34" charset="-120"/>
              </a:rPr>
              <a:t>Funded from committed capital, with no financing contingency</a:t>
            </a:r>
            <a:endParaRPr lang="en-US" sz="1150" dirty="0"/>
          </a:p>
          <a:p>
            <a:pPr marL="342900" indent="-342900">
              <a:lnSpc>
                <a:spcPts val="1500"/>
              </a:lnSpc>
              <a:spcAft>
                <a:spcPts val="600"/>
              </a:spcAft>
              <a:buSzPct val="100000"/>
              <a:buChar char="•"/>
            </a:pPr>
            <a:r>
              <a:rPr lang="en-US" sz="1150" dirty="0">
                <a:solidFill>
                  <a:srgbClr val="3B3350"/>
                </a:solidFill>
                <a:latin typeface="Calibri" pitchFamily="34" charset="0"/>
                <a:ea typeface="Calibri" pitchFamily="34" charset="-122"/>
                <a:cs typeface="Calibri" pitchFamily="34" charset="-120"/>
              </a:rPr>
              <a:t>Subject to customary working capital adjustment and escrow</a:t>
            </a:r>
            <a:endParaRPr lang="en-US" sz="1150" dirty="0"/>
          </a:p>
        </p:txBody>
      </p:sp>
      <p:sp>
        <p:nvSpPr>
          <p:cNvPr id="11" name="Shape 9"/>
          <p:cNvSpPr/>
          <p:nvPr/>
        </p:nvSpPr>
        <p:spPr>
          <a:xfrm>
            <a:off x="4368698" y="2520634"/>
            <a:ext cx="3454298" cy="3200400"/>
          </a:xfrm>
          <a:prstGeom prst="roundRect">
            <a:avLst>
              <a:gd name="adj" fmla="val 1714"/>
            </a:avLst>
          </a:prstGeom>
          <a:solidFill>
            <a:srgbClr val="FFFFFF"/>
          </a:solidFill>
          <a:ln w="12700">
            <a:solidFill>
              <a:srgbClr val="D7D3DE"/>
            </a:solidFill>
            <a:prstDash val="solid"/>
          </a:ln>
        </p:spPr>
        <p:txBody>
          <a:bodyPr/>
          <a:lstStyle/>
          <a:p>
            <a:endParaRPr lang="en-US"/>
          </a:p>
        </p:txBody>
      </p:sp>
      <p:sp>
        <p:nvSpPr>
          <p:cNvPr id="12" name="Shape 10"/>
          <p:cNvSpPr/>
          <p:nvPr/>
        </p:nvSpPr>
        <p:spPr>
          <a:xfrm>
            <a:off x="4368698" y="2520634"/>
            <a:ext cx="3454298" cy="566928"/>
          </a:xfrm>
          <a:prstGeom prst="rect">
            <a:avLst/>
          </a:prstGeom>
          <a:solidFill>
            <a:srgbClr val="201243"/>
          </a:solidFill>
          <a:ln w="12700">
            <a:solidFill>
              <a:srgbClr val="201243"/>
            </a:solidFill>
            <a:prstDash val="solid"/>
          </a:ln>
        </p:spPr>
        <p:txBody>
          <a:bodyPr/>
          <a:lstStyle/>
          <a:p>
            <a:endParaRPr lang="en-US"/>
          </a:p>
        </p:txBody>
      </p:sp>
      <p:sp>
        <p:nvSpPr>
          <p:cNvPr id="13" name="Text 11"/>
          <p:cNvSpPr/>
          <p:nvPr/>
        </p:nvSpPr>
        <p:spPr>
          <a:xfrm>
            <a:off x="4569866" y="2630362"/>
            <a:ext cx="3088538" cy="347472"/>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2.  Deferred Consideration</a:t>
            </a:r>
            <a:endParaRPr lang="en-US" sz="1450" dirty="0"/>
          </a:p>
        </p:txBody>
      </p:sp>
      <p:sp>
        <p:nvSpPr>
          <p:cNvPr id="14" name="Text 12"/>
          <p:cNvSpPr/>
          <p:nvPr/>
        </p:nvSpPr>
        <p:spPr>
          <a:xfrm>
            <a:off x="4569866" y="3233866"/>
            <a:ext cx="3088538" cy="548640"/>
          </a:xfrm>
          <a:prstGeom prst="rect">
            <a:avLst/>
          </a:prstGeom>
          <a:noFill/>
          <a:ln/>
        </p:spPr>
        <p:txBody>
          <a:bodyPr wrap="square" lIns="0" tIns="0" rIns="0" bIns="0" rtlCol="0" anchor="ctr"/>
          <a:lstStyle/>
          <a:p>
            <a:pPr marL="0" indent="0">
              <a:buNone/>
            </a:pPr>
            <a:r>
              <a:rPr lang="en-US" sz="2800" b="1" dirty="0">
                <a:solidFill>
                  <a:srgbClr val="825B90"/>
                </a:solidFill>
                <a:latin typeface="Calibri" pitchFamily="34" charset="0"/>
                <a:ea typeface="Calibri" pitchFamily="34" charset="-122"/>
                <a:cs typeface="Calibri" pitchFamily="34" charset="-120"/>
              </a:rPr>
              <a:t>$8M</a:t>
            </a:r>
            <a:endParaRPr lang="en-US" sz="2800" dirty="0">
              <a:solidFill>
                <a:srgbClr val="825B90"/>
              </a:solidFill>
            </a:endParaRPr>
          </a:p>
        </p:txBody>
      </p:sp>
      <p:sp>
        <p:nvSpPr>
          <p:cNvPr id="15" name="Text 13"/>
          <p:cNvSpPr/>
          <p:nvPr/>
        </p:nvSpPr>
        <p:spPr>
          <a:xfrm>
            <a:off x="4615586" y="3873946"/>
            <a:ext cx="2997098" cy="1691640"/>
          </a:xfrm>
          <a:prstGeom prst="rect">
            <a:avLst/>
          </a:prstGeom>
          <a:noFill/>
          <a:ln/>
        </p:spPr>
        <p:txBody>
          <a:bodyPr wrap="square" lIns="0" tIns="0" rIns="0" bIns="0" rtlCol="0" anchor="t"/>
          <a:lstStyle/>
          <a:p>
            <a:pPr marL="342900" indent="-342900">
              <a:lnSpc>
                <a:spcPts val="1500"/>
              </a:lnSpc>
              <a:spcAft>
                <a:spcPts val="600"/>
              </a:spcAft>
              <a:buSzPct val="100000"/>
              <a:buChar char="•"/>
            </a:pPr>
            <a:r>
              <a:rPr lang="en-US" sz="1150" dirty="0">
                <a:solidFill>
                  <a:srgbClr val="3B3350"/>
                </a:solidFill>
                <a:latin typeface="Calibri" pitchFamily="34" charset="0"/>
                <a:ea typeface="Calibri" pitchFamily="34" charset="-122"/>
                <a:cs typeface="Calibri" pitchFamily="34" charset="-120"/>
              </a:rPr>
              <a:t>Portion of purchase price deferred and paid post-close</a:t>
            </a:r>
            <a:endParaRPr lang="en-US" sz="1150" dirty="0"/>
          </a:p>
          <a:p>
            <a:pPr marL="342900" indent="-342900">
              <a:lnSpc>
                <a:spcPts val="1500"/>
              </a:lnSpc>
              <a:spcAft>
                <a:spcPts val="600"/>
              </a:spcAft>
              <a:buSzPct val="100000"/>
              <a:buChar char="•"/>
            </a:pPr>
            <a:r>
              <a:rPr lang="en-US" sz="1150" dirty="0">
                <a:solidFill>
                  <a:srgbClr val="3B3350"/>
                </a:solidFill>
                <a:latin typeface="Calibri" pitchFamily="34" charset="0"/>
                <a:ea typeface="Calibri" pitchFamily="34" charset="-122"/>
                <a:cs typeface="Calibri" pitchFamily="34" charset="-120"/>
              </a:rPr>
              <a:t>Structured as seller note and/or holdback</a:t>
            </a:r>
            <a:endParaRPr lang="en-US" sz="1150" dirty="0"/>
          </a:p>
          <a:p>
            <a:pPr marL="342900" indent="-342900">
              <a:lnSpc>
                <a:spcPts val="1500"/>
              </a:lnSpc>
              <a:spcAft>
                <a:spcPts val="600"/>
              </a:spcAft>
              <a:buSzPct val="100000"/>
              <a:buChar char="•"/>
            </a:pPr>
            <a:r>
              <a:rPr lang="en-US" sz="1150" dirty="0">
                <a:solidFill>
                  <a:srgbClr val="3B3350"/>
                </a:solidFill>
                <a:latin typeface="Calibri" pitchFamily="34" charset="0"/>
                <a:ea typeface="Calibri" pitchFamily="34" charset="-122"/>
                <a:cs typeface="Calibri" pitchFamily="34" charset="-120"/>
              </a:rPr>
              <a:t>Provides certainty of value while bridging to the platform story</a:t>
            </a:r>
            <a:endParaRPr lang="en-US" sz="1150" dirty="0"/>
          </a:p>
        </p:txBody>
      </p:sp>
      <p:sp>
        <p:nvSpPr>
          <p:cNvPr id="16" name="Shape 14"/>
          <p:cNvSpPr/>
          <p:nvPr/>
        </p:nvSpPr>
        <p:spPr>
          <a:xfrm>
            <a:off x="8097317" y="2520634"/>
            <a:ext cx="3454298" cy="3200400"/>
          </a:xfrm>
          <a:prstGeom prst="roundRect">
            <a:avLst>
              <a:gd name="adj" fmla="val 1714"/>
            </a:avLst>
          </a:prstGeom>
          <a:solidFill>
            <a:srgbClr val="FFFFFF"/>
          </a:solidFill>
          <a:ln w="12700">
            <a:solidFill>
              <a:srgbClr val="D7D3DE"/>
            </a:solidFill>
            <a:prstDash val="solid"/>
          </a:ln>
        </p:spPr>
        <p:txBody>
          <a:bodyPr/>
          <a:lstStyle/>
          <a:p>
            <a:endParaRPr lang="en-US"/>
          </a:p>
        </p:txBody>
      </p:sp>
      <p:sp>
        <p:nvSpPr>
          <p:cNvPr id="17" name="Shape 15"/>
          <p:cNvSpPr/>
          <p:nvPr/>
        </p:nvSpPr>
        <p:spPr>
          <a:xfrm>
            <a:off x="8097317" y="2520634"/>
            <a:ext cx="3454298" cy="566928"/>
          </a:xfrm>
          <a:prstGeom prst="rect">
            <a:avLst/>
          </a:prstGeom>
          <a:solidFill>
            <a:srgbClr val="201243"/>
          </a:solidFill>
          <a:ln w="12700">
            <a:solidFill>
              <a:srgbClr val="201243"/>
            </a:solidFill>
            <a:prstDash val="solid"/>
          </a:ln>
        </p:spPr>
        <p:txBody>
          <a:bodyPr/>
          <a:lstStyle/>
          <a:p>
            <a:endParaRPr lang="en-US"/>
          </a:p>
        </p:txBody>
      </p:sp>
      <p:sp>
        <p:nvSpPr>
          <p:cNvPr id="18" name="Text 16"/>
          <p:cNvSpPr/>
          <p:nvPr/>
        </p:nvSpPr>
        <p:spPr>
          <a:xfrm>
            <a:off x="8298485" y="2630362"/>
            <a:ext cx="3088538" cy="347472"/>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3.  Rollover Equity in RadX</a:t>
            </a:r>
            <a:endParaRPr lang="en-US" sz="1450" dirty="0"/>
          </a:p>
        </p:txBody>
      </p:sp>
      <p:sp>
        <p:nvSpPr>
          <p:cNvPr id="19" name="Text 17"/>
          <p:cNvSpPr/>
          <p:nvPr/>
        </p:nvSpPr>
        <p:spPr>
          <a:xfrm>
            <a:off x="8298485" y="3233866"/>
            <a:ext cx="3088538" cy="548640"/>
          </a:xfrm>
          <a:prstGeom prst="rect">
            <a:avLst/>
          </a:prstGeom>
          <a:noFill/>
          <a:ln/>
        </p:spPr>
        <p:txBody>
          <a:bodyPr wrap="square" lIns="0" tIns="0" rIns="0" bIns="0" rtlCol="0" anchor="ctr"/>
          <a:lstStyle/>
          <a:p>
            <a:pPr marL="0" indent="0">
              <a:buNone/>
            </a:pPr>
            <a:r>
              <a:rPr lang="en-US" sz="2800" b="1" dirty="0">
                <a:solidFill>
                  <a:srgbClr val="825B90"/>
                </a:solidFill>
                <a:latin typeface="Calibri" pitchFamily="34" charset="0"/>
                <a:ea typeface="Calibri" pitchFamily="34" charset="-122"/>
                <a:cs typeface="Calibri" pitchFamily="34" charset="-120"/>
              </a:rPr>
              <a:t>$5M</a:t>
            </a:r>
            <a:endParaRPr lang="en-US" sz="2800" dirty="0"/>
          </a:p>
        </p:txBody>
      </p:sp>
      <p:sp>
        <p:nvSpPr>
          <p:cNvPr id="20" name="Text 18"/>
          <p:cNvSpPr/>
          <p:nvPr/>
        </p:nvSpPr>
        <p:spPr>
          <a:xfrm>
            <a:off x="8344205" y="3873946"/>
            <a:ext cx="2997098" cy="1691640"/>
          </a:xfrm>
          <a:prstGeom prst="rect">
            <a:avLst/>
          </a:prstGeom>
          <a:noFill/>
          <a:ln/>
        </p:spPr>
        <p:txBody>
          <a:bodyPr wrap="square" lIns="0" tIns="0" rIns="0" bIns="0" rtlCol="0" anchor="t"/>
          <a:lstStyle/>
          <a:p>
            <a:pPr marL="342900" indent="-342900">
              <a:lnSpc>
                <a:spcPts val="1500"/>
              </a:lnSpc>
              <a:spcAft>
                <a:spcPts val="600"/>
              </a:spcAft>
              <a:buSzPct val="100000"/>
              <a:buChar char="•"/>
            </a:pPr>
            <a:r>
              <a:rPr lang="en-US" sz="1150" dirty="0">
                <a:solidFill>
                  <a:srgbClr val="3B3350"/>
                </a:solidFill>
                <a:latin typeface="Calibri" pitchFamily="34" charset="0"/>
                <a:ea typeface="Calibri" pitchFamily="34" charset="-122"/>
                <a:cs typeface="Calibri" pitchFamily="34" charset="-120"/>
              </a:rPr>
              <a:t>Elect to roll a portion of proceeds into platform equity</a:t>
            </a:r>
            <a:endParaRPr lang="en-US" sz="1150" dirty="0"/>
          </a:p>
          <a:p>
            <a:pPr marL="342900" indent="-342900">
              <a:lnSpc>
                <a:spcPts val="1500"/>
              </a:lnSpc>
              <a:spcAft>
                <a:spcPts val="600"/>
              </a:spcAft>
              <a:buSzPct val="100000"/>
              <a:buChar char="•"/>
            </a:pPr>
            <a:r>
              <a:rPr lang="en-US" sz="1150">
                <a:solidFill>
                  <a:srgbClr val="3B3350"/>
                </a:solidFill>
                <a:latin typeface="Calibri" pitchFamily="34" charset="0"/>
                <a:ea typeface="Calibri" pitchFamily="34" charset="-122"/>
                <a:cs typeface="Calibri" pitchFamily="34" charset="-120"/>
              </a:rPr>
              <a:t>Same security and </a:t>
            </a:r>
            <a:r>
              <a:rPr lang="en-US" sz="1150" dirty="0">
                <a:solidFill>
                  <a:srgbClr val="3B3350"/>
                </a:solidFill>
                <a:latin typeface="Calibri" pitchFamily="34" charset="0"/>
                <a:ea typeface="Calibri" pitchFamily="34" charset="-122"/>
                <a:cs typeface="Calibri" pitchFamily="34" charset="-120"/>
              </a:rPr>
              <a:t>same priority as the founder and institutional investors</a:t>
            </a:r>
            <a:endParaRPr lang="en-US" sz="1150" dirty="0"/>
          </a:p>
          <a:p>
            <a:pPr marL="342900" indent="-342900">
              <a:lnSpc>
                <a:spcPts val="1500"/>
              </a:lnSpc>
              <a:spcAft>
                <a:spcPts val="600"/>
              </a:spcAft>
              <a:buSzPct val="100000"/>
              <a:buChar char="•"/>
            </a:pPr>
            <a:r>
              <a:rPr lang="en-US" sz="1150" dirty="0">
                <a:solidFill>
                  <a:srgbClr val="3B3350"/>
                </a:solidFill>
                <a:latin typeface="Calibri" pitchFamily="34" charset="0"/>
                <a:ea typeface="Calibri" pitchFamily="34" charset="-122"/>
                <a:cs typeface="Calibri" pitchFamily="34" charset="-120"/>
              </a:rPr>
              <a:t>Participates in the growth and eventual scale of the full platform</a:t>
            </a:r>
            <a:endParaRPr lang="en-US" sz="1150" dirty="0"/>
          </a:p>
        </p:txBody>
      </p:sp>
      <p:sp>
        <p:nvSpPr>
          <p:cNvPr id="21" name="Shape 19"/>
          <p:cNvSpPr/>
          <p:nvPr/>
        </p:nvSpPr>
        <p:spPr>
          <a:xfrm>
            <a:off x="640232" y="1566906"/>
            <a:ext cx="10911535" cy="658368"/>
          </a:xfrm>
          <a:prstGeom prst="roundRect">
            <a:avLst>
              <a:gd name="adj" fmla="val 8333"/>
            </a:avLst>
          </a:prstGeom>
          <a:solidFill>
            <a:srgbClr val="F3F6FC"/>
          </a:solidFill>
          <a:ln w="12700">
            <a:solidFill>
              <a:srgbClr val="825B90"/>
            </a:solidFill>
            <a:prstDash val="solid"/>
          </a:ln>
        </p:spPr>
        <p:txBody>
          <a:bodyPr/>
          <a:lstStyle/>
          <a:p>
            <a:endParaRPr lang="en-US"/>
          </a:p>
        </p:txBody>
      </p:sp>
      <p:sp>
        <p:nvSpPr>
          <p:cNvPr id="23" name="Text 21"/>
          <p:cNvSpPr/>
          <p:nvPr/>
        </p:nvSpPr>
        <p:spPr>
          <a:xfrm>
            <a:off x="635000" y="6032500"/>
            <a:ext cx="10909300" cy="368300"/>
          </a:xfrm>
          <a:prstGeom prst="rect">
            <a:avLst/>
          </a:prstGeom>
          <a:noFill/>
          <a:ln/>
        </p:spPr>
        <p:txBody>
          <a:bodyPr wrap="square" lIns="0" tIns="0" rIns="0" bIns="0" rtlCol="0" anchor="t" anchorCtr="0">
            <a:noAutofit/>
          </a:bodyPr>
          <a:lstStyle/>
          <a:p>
            <a:pPr marL="0" indent="0">
              <a:buNone/>
            </a:pPr>
            <a:r>
              <a:rPr lang="en-US" sz="900" i="1" dirty="0">
                <a:solidFill>
                  <a:srgbClr val="837D94"/>
                </a:solidFill>
                <a:latin typeface="Calibri" pitchFamily="34" charset="0"/>
                <a:ea typeface="Calibri" pitchFamily="34" charset="-122"/>
                <a:cs typeface="Calibri" pitchFamily="34" charset="-120"/>
              </a:rPr>
              <a:t>Note: All figures illustrative and subject to confirmatory diligence. Mix between cash, deferred consideration and rollover equity is flexible and can be tailored to seller preference.</a:t>
            </a:r>
            <a:endParaRPr lang="en-US" sz="900" dirty="0"/>
          </a:p>
        </p:txBody>
      </p:sp>
      <p:sp>
        <p:nvSpPr>
          <p:cNvPr id="24" name="Text 22"/>
          <p:cNvSpPr/>
          <p:nvPr/>
        </p:nvSpPr>
        <p:spPr>
          <a:xfrm>
            <a:off x="640080" y="6400800"/>
            <a:ext cx="3657600" cy="228600"/>
          </a:xfrm>
          <a:prstGeom prst="rect">
            <a:avLst/>
          </a:prstGeom>
          <a:noFill/>
          <a:ln/>
        </p:spPr>
        <p:txBody>
          <a:bodyPr wrap="square" lIns="0" tIns="0" rIns="0" bIns="0" rtlCol="0" anchor="ctr"/>
          <a:lstStyle/>
          <a:p>
            <a:pPr marL="0" indent="0">
              <a:buNone/>
            </a:pPr>
            <a:r>
              <a:rPr lang="en-US" sz="900" dirty="0">
                <a:solidFill>
                  <a:srgbClr val="837D94"/>
                </a:solidFill>
                <a:latin typeface="Calibri" pitchFamily="34" charset="0"/>
                <a:ea typeface="Calibri" pitchFamily="34" charset="-122"/>
                <a:cs typeface="Calibri" pitchFamily="34" charset="-120"/>
              </a:rPr>
              <a:t>RadX inc.  ·  Confidential</a:t>
            </a:r>
            <a:endParaRPr lang="en-US" sz="900" dirty="0"/>
          </a:p>
        </p:txBody>
      </p:sp>
      <p:sp>
        <p:nvSpPr>
          <p:cNvPr id="25" name="Text 23"/>
          <p:cNvSpPr/>
          <p:nvPr/>
        </p:nvSpPr>
        <p:spPr>
          <a:xfrm>
            <a:off x="4206240" y="6400800"/>
            <a:ext cx="6583680" cy="228600"/>
          </a:xfrm>
          <a:prstGeom prst="rect">
            <a:avLst/>
          </a:prstGeom>
          <a:noFill/>
          <a:ln/>
        </p:spPr>
        <p:txBody>
          <a:bodyPr wrap="square" lIns="0" tIns="0" rIns="0" bIns="0" rtlCol="0" anchor="ctr"/>
          <a:lstStyle/>
          <a:p>
            <a:pPr marL="0" indent="0" algn="ctr">
              <a:buNone/>
            </a:pPr>
            <a:r>
              <a:rPr lang="en-US" sz="900" dirty="0">
                <a:solidFill>
                  <a:srgbClr val="B03A3A"/>
                </a:solidFill>
                <a:latin typeface="Calibri" pitchFamily="34" charset="0"/>
                <a:ea typeface="Calibri" pitchFamily="34" charset="-122"/>
                <a:cs typeface="Calibri" pitchFamily="34" charset="-120"/>
              </a:rPr>
              <a:t>Presentation Does Not Constitute a Binding Offer - Figures Subject to Confirmatory Due Diligence</a:t>
            </a:r>
            <a:endParaRPr lang="en-US" sz="900" dirty="0"/>
          </a:p>
        </p:txBody>
      </p:sp>
      <p:sp>
        <p:nvSpPr>
          <p:cNvPr id="26" name="Text 24"/>
          <p:cNvSpPr/>
          <p:nvPr/>
        </p:nvSpPr>
        <p:spPr>
          <a:xfrm>
            <a:off x="11002975" y="6400800"/>
            <a:ext cx="548640" cy="228600"/>
          </a:xfrm>
          <a:prstGeom prst="rect">
            <a:avLst/>
          </a:prstGeom>
          <a:noFill/>
          <a:ln/>
        </p:spPr>
        <p:txBody>
          <a:bodyPr wrap="square" lIns="0" tIns="0" rIns="0" bIns="0" rtlCol="0" anchor="ctr"/>
          <a:lstStyle/>
          <a:p>
            <a:pPr marL="0" indent="0" algn="r">
              <a:buNone/>
            </a:pPr>
            <a:r>
              <a:rPr lang="en-US" sz="1000" b="1" dirty="0">
                <a:solidFill>
                  <a:srgbClr val="201243"/>
                </a:solidFill>
                <a:latin typeface="Calibri" pitchFamily="34" charset="0"/>
                <a:ea typeface="Calibri" pitchFamily="34" charset="-122"/>
                <a:cs typeface="Calibri" pitchFamily="34" charset="-120"/>
              </a:rPr>
              <a:t>5</a:t>
            </a:r>
            <a:endParaRPr lang="en-US" sz="1000" dirty="0"/>
          </a:p>
        </p:txBody>
      </p:sp>
      <p:grpSp>
        <p:nvGrpSpPr>
          <p:cNvPr id="32" name="Group 31">
            <a:extLst>
              <a:ext uri="{FF2B5EF4-FFF2-40B4-BE49-F238E27FC236}">
                <a16:creationId xmlns:a16="http://schemas.microsoft.com/office/drawing/2014/main" id="{7D6AA5F6-8202-81BE-F03D-F6EA4FFDA1ED}"/>
              </a:ext>
            </a:extLst>
          </p:cNvPr>
          <p:cNvGrpSpPr/>
          <p:nvPr/>
        </p:nvGrpSpPr>
        <p:grpSpPr>
          <a:xfrm>
            <a:off x="3570188" y="1624038"/>
            <a:ext cx="5051622" cy="544105"/>
            <a:chOff x="1997001" y="1624038"/>
            <a:chExt cx="5051622" cy="544105"/>
          </a:xfrm>
        </p:grpSpPr>
        <p:sp>
          <p:nvSpPr>
            <p:cNvPr id="22" name="Text 20"/>
            <p:cNvSpPr/>
            <p:nvPr/>
          </p:nvSpPr>
          <p:spPr>
            <a:xfrm>
              <a:off x="1997001" y="1624038"/>
              <a:ext cx="3782697" cy="544105"/>
            </a:xfrm>
            <a:prstGeom prst="rect">
              <a:avLst/>
            </a:prstGeom>
            <a:noFill/>
            <a:ln/>
          </p:spPr>
          <p:txBody>
            <a:bodyPr wrap="square" lIns="0" tIns="0" rIns="0" bIns="0" rtlCol="0" anchor="ctr"/>
            <a:lstStyle/>
            <a:p>
              <a:pPr marL="0" indent="0">
                <a:buNone/>
              </a:pPr>
              <a:r>
                <a:rPr lang="en-US" sz="1700" b="1" dirty="0">
                  <a:solidFill>
                    <a:srgbClr val="201243"/>
                  </a:solidFill>
                  <a:latin typeface="Calibri" pitchFamily="34" charset="0"/>
                  <a:ea typeface="Calibri" pitchFamily="34" charset="-122"/>
                  <a:cs typeface="Calibri" pitchFamily="34" charset="-120"/>
                </a:rPr>
                <a:t>Total Potential Consideration to the Seller:</a:t>
              </a:r>
              <a:endParaRPr lang="en-US" sz="1700" dirty="0">
                <a:solidFill>
                  <a:srgbClr val="825B90"/>
                </a:solidFill>
              </a:endParaRPr>
            </a:p>
          </p:txBody>
        </p:sp>
        <p:sp>
          <p:nvSpPr>
            <p:cNvPr id="30" name="Text 20">
              <a:extLst>
                <a:ext uri="{FF2B5EF4-FFF2-40B4-BE49-F238E27FC236}">
                  <a16:creationId xmlns:a16="http://schemas.microsoft.com/office/drawing/2014/main" id="{CDA4CA31-1EC4-CB14-C146-D8794D423479}"/>
                </a:ext>
              </a:extLst>
            </p:cNvPr>
            <p:cNvSpPr/>
            <p:nvPr/>
          </p:nvSpPr>
          <p:spPr>
            <a:xfrm>
              <a:off x="5830043" y="1648770"/>
              <a:ext cx="1218580" cy="494641"/>
            </a:xfrm>
            <a:prstGeom prst="rect">
              <a:avLst/>
            </a:prstGeom>
            <a:noFill/>
            <a:ln/>
          </p:spPr>
          <p:txBody>
            <a:bodyPr wrap="square" lIns="0" tIns="0" rIns="0" bIns="0" rtlCol="0" anchor="ctr"/>
            <a:lstStyle/>
            <a:p>
              <a:pPr marL="0" indent="0" algn="ctr">
                <a:buNone/>
              </a:pPr>
              <a:r>
                <a:rPr lang="en-US" sz="2800" b="1" dirty="0">
                  <a:solidFill>
                    <a:srgbClr val="825B90"/>
                  </a:solidFill>
                  <a:latin typeface="Calibri" pitchFamily="34" charset="0"/>
                  <a:ea typeface="Calibri" pitchFamily="34" charset="-122"/>
                  <a:cs typeface="Calibri" pitchFamily="34" charset="-120"/>
                </a:rPr>
                <a:t>$43M+</a:t>
              </a:r>
              <a:endParaRPr lang="en-US" sz="1700" dirty="0">
                <a:solidFill>
                  <a:srgbClr val="825B90"/>
                </a:solidFill>
              </a:endParaRPr>
            </a:p>
          </p:txBody>
        </p:sp>
      </p:grpSp>
    </p:spTree>
    <p:extLst>
      <p:ext uri="{BB962C8B-B14F-4D97-AF65-F5344CB8AC3E}">
        <p14:creationId xmlns:p14="http://schemas.microsoft.com/office/powerpoint/2010/main" val="38151765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10180015" y="347472"/>
            <a:ext cx="1371600" cy="274320"/>
          </a:xfrm>
          <a:prstGeom prst="rect">
            <a:avLst/>
          </a:prstGeom>
          <a:noFill/>
          <a:ln/>
        </p:spPr>
        <p:txBody>
          <a:bodyPr wrap="square" lIns="0" tIns="0" rIns="0" bIns="0" rtlCol="0" anchor="ctr"/>
          <a:lstStyle/>
          <a:p>
            <a:pPr marL="0" indent="0" algn="r">
              <a:buNone/>
            </a:pPr>
            <a:r>
              <a:rPr lang="en-US" sz="1500" b="1" dirty="0">
                <a:solidFill>
                  <a:srgbClr val="201243"/>
                </a:solidFill>
                <a:latin typeface="Calibri" pitchFamily="34" charset="0"/>
                <a:ea typeface="Calibri" pitchFamily="34" charset="-122"/>
                <a:cs typeface="Calibri" pitchFamily="34" charset="-120"/>
              </a:rPr>
              <a:t>RadX</a:t>
            </a:r>
            <a:endParaRPr lang="en-US" sz="1500" dirty="0"/>
          </a:p>
        </p:txBody>
      </p:sp>
      <p:sp>
        <p:nvSpPr>
          <p:cNvPr id="3" name="Text 1"/>
          <p:cNvSpPr/>
          <p:nvPr/>
        </p:nvSpPr>
        <p:spPr>
          <a:xfrm>
            <a:off x="640080" y="347472"/>
            <a:ext cx="9326880" cy="457200"/>
          </a:xfrm>
          <a:prstGeom prst="rect">
            <a:avLst/>
          </a:prstGeom>
          <a:noFill/>
          <a:ln/>
        </p:spPr>
        <p:txBody>
          <a:bodyPr wrap="square" lIns="0" tIns="0" rIns="0" bIns="0" rtlCol="0" anchor="ctr"/>
          <a:lstStyle/>
          <a:p>
            <a:pPr marL="0" indent="0">
              <a:buNone/>
            </a:pPr>
            <a:r>
              <a:rPr lang="en-US" sz="2700" b="1" dirty="0">
                <a:solidFill>
                  <a:srgbClr val="201243"/>
                </a:solidFill>
                <a:latin typeface="Calibri" pitchFamily="34" charset="0"/>
                <a:ea typeface="Calibri" pitchFamily="34" charset="-122"/>
                <a:cs typeface="Calibri" pitchFamily="34" charset="-120"/>
              </a:rPr>
              <a:t>Illustration of Initial Consideration</a:t>
            </a:r>
            <a:endParaRPr lang="en-US" sz="2700" dirty="0"/>
          </a:p>
        </p:txBody>
      </p:sp>
      <p:sp>
        <p:nvSpPr>
          <p:cNvPr id="4" name="Text 2"/>
          <p:cNvSpPr/>
          <p:nvPr/>
        </p:nvSpPr>
        <p:spPr>
          <a:xfrm>
            <a:off x="640080" y="841248"/>
            <a:ext cx="10515600" cy="292608"/>
          </a:xfrm>
          <a:prstGeom prst="rect">
            <a:avLst/>
          </a:prstGeom>
          <a:noFill/>
          <a:ln/>
        </p:spPr>
        <p:txBody>
          <a:bodyPr wrap="square" lIns="0" tIns="0" rIns="0" bIns="0" rtlCol="0" anchor="ctr"/>
          <a:lstStyle/>
          <a:p>
            <a:pPr marL="0" indent="0">
              <a:buNone/>
            </a:pPr>
            <a:r>
              <a:rPr lang="en-US" sz="1300" i="1" dirty="0">
                <a:solidFill>
                  <a:srgbClr val="837D94"/>
                </a:solidFill>
                <a:latin typeface="Calibri" pitchFamily="34" charset="0"/>
                <a:ea typeface="Calibri" pitchFamily="34" charset="-122"/>
                <a:cs typeface="Calibri" pitchFamily="34" charset="-120"/>
              </a:rPr>
              <a:t>Below represents graphical illustration of initial consideration of $43 million at close</a:t>
            </a:r>
            <a:endParaRPr lang="en-US" sz="1300" dirty="0"/>
          </a:p>
        </p:txBody>
      </p:sp>
      <p:sp>
        <p:nvSpPr>
          <p:cNvPr id="5" name="Shape 3"/>
          <p:cNvSpPr/>
          <p:nvPr/>
        </p:nvSpPr>
        <p:spPr>
          <a:xfrm>
            <a:off x="640080" y="1207008"/>
            <a:ext cx="10911535" cy="18288"/>
          </a:xfrm>
          <a:prstGeom prst="rect">
            <a:avLst/>
          </a:prstGeom>
          <a:solidFill>
            <a:srgbClr val="201243"/>
          </a:solidFill>
          <a:ln/>
        </p:spPr>
        <p:txBody>
          <a:bodyPr/>
          <a:lstStyle/>
          <a:p>
            <a:endParaRPr lang="en-US"/>
          </a:p>
        </p:txBody>
      </p:sp>
      <p:sp>
        <p:nvSpPr>
          <p:cNvPr id="19" name="Text 17"/>
          <p:cNvSpPr/>
          <p:nvPr/>
        </p:nvSpPr>
        <p:spPr>
          <a:xfrm>
            <a:off x="635000" y="6032500"/>
            <a:ext cx="10909300" cy="368300"/>
          </a:xfrm>
          <a:prstGeom prst="rect">
            <a:avLst/>
          </a:prstGeom>
          <a:noFill/>
          <a:ln/>
        </p:spPr>
        <p:txBody>
          <a:bodyPr wrap="square" lIns="0" tIns="0" rIns="0" bIns="0" rtlCol="0" anchor="t" anchorCtr="0">
            <a:noAutofit/>
          </a:bodyPr>
          <a:lstStyle/>
          <a:p>
            <a:pPr marL="0" indent="0">
              <a:buNone/>
            </a:pPr>
            <a:r>
              <a:rPr lang="en-US" sz="900" i="1" dirty="0">
                <a:solidFill>
                  <a:srgbClr val="837D94"/>
                </a:solidFill>
                <a:latin typeface="Calibri" pitchFamily="34" charset="0"/>
                <a:ea typeface="Calibri" pitchFamily="34" charset="-122"/>
                <a:cs typeface="Calibri" pitchFamily="34" charset="-120"/>
              </a:rPr>
              <a:t>Note: Illustrative only. Holdback / escrow released post-closing subject to customary indemnity and net working capital true-up. Rollover equity issued in the same security as capital invested by the founder and institutional investors.</a:t>
            </a:r>
            <a:endParaRPr lang="en-US" sz="900" dirty="0"/>
          </a:p>
        </p:txBody>
      </p:sp>
      <p:sp>
        <p:nvSpPr>
          <p:cNvPr id="20" name="Text 18"/>
          <p:cNvSpPr/>
          <p:nvPr/>
        </p:nvSpPr>
        <p:spPr>
          <a:xfrm>
            <a:off x="640080" y="6400800"/>
            <a:ext cx="3657600" cy="228600"/>
          </a:xfrm>
          <a:prstGeom prst="rect">
            <a:avLst/>
          </a:prstGeom>
          <a:noFill/>
          <a:ln/>
        </p:spPr>
        <p:txBody>
          <a:bodyPr wrap="square" lIns="0" tIns="0" rIns="0" bIns="0" rtlCol="0" anchor="ctr"/>
          <a:lstStyle/>
          <a:p>
            <a:pPr marL="0" indent="0">
              <a:buNone/>
            </a:pPr>
            <a:r>
              <a:rPr lang="en-US" sz="900" dirty="0">
                <a:solidFill>
                  <a:srgbClr val="837D94"/>
                </a:solidFill>
                <a:latin typeface="Calibri" pitchFamily="34" charset="0"/>
                <a:ea typeface="Calibri" pitchFamily="34" charset="-122"/>
                <a:cs typeface="Calibri" pitchFamily="34" charset="-120"/>
              </a:rPr>
              <a:t>RadX inc.  ·  Confidential</a:t>
            </a:r>
            <a:endParaRPr lang="en-US" sz="900" dirty="0"/>
          </a:p>
        </p:txBody>
      </p:sp>
      <p:sp>
        <p:nvSpPr>
          <p:cNvPr id="21" name="Text 19"/>
          <p:cNvSpPr/>
          <p:nvPr/>
        </p:nvSpPr>
        <p:spPr>
          <a:xfrm>
            <a:off x="4206240" y="6400800"/>
            <a:ext cx="6583680" cy="228600"/>
          </a:xfrm>
          <a:prstGeom prst="rect">
            <a:avLst/>
          </a:prstGeom>
          <a:noFill/>
          <a:ln/>
        </p:spPr>
        <p:txBody>
          <a:bodyPr wrap="square" lIns="0" tIns="0" rIns="0" bIns="0" rtlCol="0" anchor="ctr"/>
          <a:lstStyle/>
          <a:p>
            <a:pPr marL="0" indent="0" algn="ctr">
              <a:buNone/>
            </a:pPr>
            <a:r>
              <a:rPr lang="en-US" sz="900" dirty="0">
                <a:solidFill>
                  <a:srgbClr val="B03A3A"/>
                </a:solidFill>
                <a:latin typeface="Calibri" pitchFamily="34" charset="0"/>
                <a:ea typeface="Calibri" pitchFamily="34" charset="-122"/>
                <a:cs typeface="Calibri" pitchFamily="34" charset="-120"/>
              </a:rPr>
              <a:t>Presentation Does Not Constitute a Binding Offer - Figures Subject to Confirmatory Due Diligence</a:t>
            </a:r>
            <a:endParaRPr lang="en-US" sz="900" dirty="0"/>
          </a:p>
        </p:txBody>
      </p:sp>
      <p:sp>
        <p:nvSpPr>
          <p:cNvPr id="22" name="Text 20"/>
          <p:cNvSpPr/>
          <p:nvPr/>
        </p:nvSpPr>
        <p:spPr>
          <a:xfrm>
            <a:off x="11002975" y="6400800"/>
            <a:ext cx="548640" cy="228600"/>
          </a:xfrm>
          <a:prstGeom prst="rect">
            <a:avLst/>
          </a:prstGeom>
          <a:noFill/>
          <a:ln/>
        </p:spPr>
        <p:txBody>
          <a:bodyPr wrap="square" lIns="0" tIns="0" rIns="0" bIns="0" rtlCol="0" anchor="ctr"/>
          <a:lstStyle/>
          <a:p>
            <a:pPr marL="0" indent="0" algn="r">
              <a:buNone/>
            </a:pPr>
            <a:r>
              <a:rPr lang="en-US" sz="1000" b="1" dirty="0">
                <a:solidFill>
                  <a:srgbClr val="201243"/>
                </a:solidFill>
                <a:latin typeface="Calibri" pitchFamily="34" charset="0"/>
                <a:ea typeface="Calibri" pitchFamily="34" charset="-122"/>
                <a:cs typeface="Calibri" pitchFamily="34" charset="-120"/>
              </a:rPr>
              <a:t>6</a:t>
            </a:r>
            <a:endParaRPr lang="en-US" sz="1000" dirty="0"/>
          </a:p>
        </p:txBody>
      </p:sp>
      <p:graphicFrame>
        <p:nvGraphicFramePr>
          <p:cNvPr id="92" name="Consideration Chart"/>
          <p:cNvGraphicFramePr/>
          <p:nvPr>
            <p:extLst>
              <p:ext uri="{D42A27DB-BD31-4B8C-83A1-F6EECF244321}">
                <p14:modId xmlns:p14="http://schemas.microsoft.com/office/powerpoint/2010/main" val="3574534299"/>
              </p:ext>
            </p:extLst>
          </p:nvPr>
        </p:nvGraphicFramePr>
        <p:xfrm>
          <a:off x="1295400" y="1845945"/>
          <a:ext cx="9601200" cy="3234055"/>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5"/>
          <p:cNvSpPr/>
          <p:nvPr/>
        </p:nvSpPr>
        <p:spPr>
          <a:xfrm>
            <a:off x="2064328" y="3865169"/>
            <a:ext cx="1662545" cy="548640"/>
          </a:xfrm>
          <a:prstGeom prst="rect">
            <a:avLst/>
          </a:prstGeom>
          <a:noFill/>
          <a:ln/>
        </p:spPr>
        <p:txBody>
          <a:bodyPr wrap="square" lIns="0" tIns="0" rIns="0" bIns="0" rtlCol="0" anchor="ctr"/>
          <a:lstStyle/>
          <a:p>
            <a:pPr algn="ctr"/>
            <a:r>
              <a:rPr lang="en-US" sz="1100" dirty="0">
                <a:solidFill>
                  <a:srgbClr val="1F1142"/>
                </a:solidFill>
                <a:latin typeface="Calibri" pitchFamily="34" charset="0"/>
                <a:ea typeface="Calibri" pitchFamily="34" charset="-122"/>
                <a:cs typeface="Calibri" pitchFamily="34" charset="-120"/>
              </a:rPr>
              <a:t>Cash at Close</a:t>
            </a:r>
          </a:p>
          <a:p>
            <a:pPr algn="ctr"/>
            <a:r>
              <a:rPr lang="en-US" sz="1100" dirty="0">
                <a:solidFill>
                  <a:srgbClr val="1F1142"/>
                </a:solidFill>
                <a:latin typeface="Calibri" pitchFamily="34" charset="0"/>
                <a:ea typeface="Calibri" pitchFamily="34" charset="-122"/>
                <a:cs typeface="Calibri" pitchFamily="34" charset="-120"/>
              </a:rPr>
              <a:t>$30M</a:t>
            </a:r>
          </a:p>
        </p:txBody>
      </p:sp>
      <p:sp>
        <p:nvSpPr>
          <p:cNvPr id="9" name="Text 7"/>
          <p:cNvSpPr/>
          <p:nvPr/>
        </p:nvSpPr>
        <p:spPr>
          <a:xfrm>
            <a:off x="2095561" y="2679544"/>
            <a:ext cx="1600079" cy="401632"/>
          </a:xfrm>
          <a:prstGeom prst="rect">
            <a:avLst/>
          </a:prstGeom>
          <a:noFill/>
          <a:ln/>
        </p:spPr>
        <p:txBody>
          <a:bodyPr wrap="square" lIns="0" tIns="0" rIns="0" bIns="0" rtlCol="0" anchor="ctr"/>
          <a:lstStyle/>
          <a:p>
            <a:pPr marL="0" indent="0" algn="ctr">
              <a:buNone/>
            </a:pPr>
            <a:r>
              <a:rPr lang="en-US" sz="1100" dirty="0">
                <a:solidFill>
                  <a:srgbClr val="1F1142"/>
                </a:solidFill>
                <a:latin typeface="Calibri" pitchFamily="34" charset="0"/>
                <a:ea typeface="Calibri" pitchFamily="34" charset="-122"/>
                <a:cs typeface="Calibri" pitchFamily="34" charset="-120"/>
              </a:rPr>
              <a:t>Deferred Cash</a:t>
            </a:r>
          </a:p>
          <a:p>
            <a:pPr marL="0" indent="0" algn="ctr">
              <a:buNone/>
            </a:pPr>
            <a:r>
              <a:rPr lang="en-US" sz="1100" dirty="0">
                <a:solidFill>
                  <a:srgbClr val="1F1142"/>
                </a:solidFill>
                <a:latin typeface="Calibri" pitchFamily="34" charset="0"/>
                <a:ea typeface="Calibri" pitchFamily="34" charset="-122"/>
                <a:cs typeface="Calibri" pitchFamily="34" charset="-120"/>
              </a:rPr>
              <a:t>$8M</a:t>
            </a:r>
            <a:endParaRPr lang="en-US" sz="1100" dirty="0"/>
          </a:p>
        </p:txBody>
      </p:sp>
      <p:sp>
        <p:nvSpPr>
          <p:cNvPr id="10" name="Text 8"/>
          <p:cNvSpPr/>
          <p:nvPr/>
        </p:nvSpPr>
        <p:spPr>
          <a:xfrm>
            <a:off x="1981200" y="2216506"/>
            <a:ext cx="1828800" cy="347472"/>
          </a:xfrm>
          <a:prstGeom prst="rect">
            <a:avLst/>
          </a:prstGeom>
          <a:noFill/>
          <a:ln/>
        </p:spPr>
        <p:txBody>
          <a:bodyPr wrap="square" lIns="0" tIns="0" rIns="0" bIns="0" rtlCol="0" anchor="ctr"/>
          <a:lstStyle/>
          <a:p>
            <a:pPr marL="0" indent="0" algn="ctr">
              <a:buNone/>
            </a:pPr>
            <a:r>
              <a:rPr lang="en-US" sz="1500" b="1" dirty="0">
                <a:solidFill>
                  <a:srgbClr val="1F1142"/>
                </a:solidFill>
                <a:latin typeface="Calibri" pitchFamily="34" charset="0"/>
                <a:ea typeface="Calibri" pitchFamily="34" charset="-122"/>
                <a:cs typeface="Calibri" pitchFamily="34" charset="-120"/>
              </a:rPr>
              <a:t>$38M</a:t>
            </a:r>
            <a:endParaRPr lang="en-US" sz="1500" dirty="0"/>
          </a:p>
        </p:txBody>
      </p:sp>
      <p:sp>
        <p:nvSpPr>
          <p:cNvPr id="11" name="Text 9"/>
          <p:cNvSpPr/>
          <p:nvPr/>
        </p:nvSpPr>
        <p:spPr>
          <a:xfrm>
            <a:off x="1706880" y="5184648"/>
            <a:ext cx="2377440" cy="320040"/>
          </a:xfrm>
          <a:prstGeom prst="rect">
            <a:avLst/>
          </a:prstGeom>
          <a:noFill/>
          <a:ln/>
        </p:spPr>
        <p:txBody>
          <a:bodyPr wrap="square" lIns="0" tIns="0" rIns="0" bIns="0" rtlCol="0" anchor="ctr"/>
          <a:lstStyle/>
          <a:p>
            <a:pPr marL="0" indent="0" algn="ctr">
              <a:buNone/>
            </a:pPr>
            <a:r>
              <a:rPr lang="en-US" sz="1200" dirty="0">
                <a:solidFill>
                  <a:srgbClr val="1F1142"/>
                </a:solidFill>
                <a:latin typeface="Calibri" pitchFamily="34" charset="0"/>
                <a:ea typeface="Calibri" pitchFamily="34" charset="-122"/>
                <a:cs typeface="Calibri" pitchFamily="34" charset="-120"/>
              </a:rPr>
              <a:t>Total Cash</a:t>
            </a:r>
            <a:endParaRPr lang="en-US" sz="1200" dirty="0"/>
          </a:p>
        </p:txBody>
      </p:sp>
      <p:sp>
        <p:nvSpPr>
          <p:cNvPr id="13" name="Text 11"/>
          <p:cNvSpPr/>
          <p:nvPr/>
        </p:nvSpPr>
        <p:spPr>
          <a:xfrm>
            <a:off x="5181600" y="1917700"/>
            <a:ext cx="1828800" cy="347472"/>
          </a:xfrm>
          <a:prstGeom prst="rect">
            <a:avLst/>
          </a:prstGeom>
          <a:noFill/>
          <a:ln/>
        </p:spPr>
        <p:txBody>
          <a:bodyPr wrap="square" lIns="0" tIns="0" rIns="0" bIns="0" rtlCol="0" anchor="ctr"/>
          <a:lstStyle/>
          <a:p>
            <a:pPr marL="0" indent="0" algn="ctr">
              <a:buNone/>
            </a:pPr>
            <a:r>
              <a:rPr lang="en-US" sz="1500" b="1" dirty="0">
                <a:solidFill>
                  <a:srgbClr val="1F1142"/>
                </a:solidFill>
                <a:latin typeface="Calibri" pitchFamily="34" charset="0"/>
                <a:ea typeface="Calibri" pitchFamily="34" charset="-122"/>
                <a:cs typeface="Calibri" pitchFamily="34" charset="-120"/>
              </a:rPr>
              <a:t>$5M</a:t>
            </a:r>
            <a:endParaRPr lang="en-US" sz="1500" dirty="0"/>
          </a:p>
        </p:txBody>
      </p:sp>
      <p:sp>
        <p:nvSpPr>
          <p:cNvPr id="14" name="Text 12"/>
          <p:cNvSpPr/>
          <p:nvPr/>
        </p:nvSpPr>
        <p:spPr>
          <a:xfrm>
            <a:off x="4815840" y="5184648"/>
            <a:ext cx="2560320" cy="317500"/>
          </a:xfrm>
          <a:prstGeom prst="rect">
            <a:avLst/>
          </a:prstGeom>
          <a:noFill/>
          <a:ln/>
        </p:spPr>
        <p:txBody>
          <a:bodyPr wrap="square" lIns="0" tIns="0" rIns="0" bIns="0" rtlCol="0" anchor="ctr"/>
          <a:lstStyle/>
          <a:p>
            <a:pPr marL="0" indent="0" algn="ctr">
              <a:lnSpc>
                <a:spcPts val="1500"/>
              </a:lnSpc>
              <a:buNone/>
            </a:pPr>
            <a:r>
              <a:rPr lang="en-US" sz="1200" dirty="0">
                <a:solidFill>
                  <a:srgbClr val="1F1142"/>
                </a:solidFill>
                <a:latin typeface="Calibri" pitchFamily="34" charset="0"/>
                <a:ea typeface="Calibri" pitchFamily="34" charset="-122"/>
                <a:cs typeface="Calibri" pitchFamily="34" charset="-120"/>
              </a:rPr>
              <a:t>Seller Rollover Equity</a:t>
            </a:r>
            <a:endParaRPr lang="en-US" sz="1200" dirty="0"/>
          </a:p>
        </p:txBody>
      </p:sp>
      <p:sp>
        <p:nvSpPr>
          <p:cNvPr id="16" name="Text 14"/>
          <p:cNvSpPr/>
          <p:nvPr/>
        </p:nvSpPr>
        <p:spPr>
          <a:xfrm>
            <a:off x="8382000" y="1916227"/>
            <a:ext cx="1828800" cy="347472"/>
          </a:xfrm>
          <a:prstGeom prst="rect">
            <a:avLst/>
          </a:prstGeom>
          <a:noFill/>
          <a:ln/>
        </p:spPr>
        <p:txBody>
          <a:bodyPr wrap="square" lIns="0" tIns="0" rIns="0" bIns="0" rtlCol="0" anchor="ctr"/>
          <a:lstStyle/>
          <a:p>
            <a:pPr marL="0" indent="0" algn="ctr">
              <a:buNone/>
            </a:pPr>
            <a:r>
              <a:rPr lang="en-US" sz="1700" b="1" dirty="0">
                <a:solidFill>
                  <a:srgbClr val="201243"/>
                </a:solidFill>
                <a:latin typeface="Calibri" pitchFamily="34" charset="0"/>
                <a:ea typeface="Calibri" pitchFamily="34" charset="-122"/>
                <a:cs typeface="Calibri" pitchFamily="34" charset="-120"/>
              </a:rPr>
              <a:t>$43M</a:t>
            </a:r>
            <a:endParaRPr lang="en-US" sz="1700" dirty="0"/>
          </a:p>
        </p:txBody>
      </p:sp>
      <p:sp>
        <p:nvSpPr>
          <p:cNvPr id="17" name="Text 15"/>
          <p:cNvSpPr/>
          <p:nvPr/>
        </p:nvSpPr>
        <p:spPr>
          <a:xfrm>
            <a:off x="8016240" y="5184648"/>
            <a:ext cx="2560320" cy="320040"/>
          </a:xfrm>
          <a:prstGeom prst="rect">
            <a:avLst/>
          </a:prstGeom>
          <a:noFill/>
          <a:ln/>
        </p:spPr>
        <p:txBody>
          <a:bodyPr wrap="square" lIns="0" tIns="0" rIns="0" bIns="0" rtlCol="0" anchor="ctr"/>
          <a:lstStyle/>
          <a:p>
            <a:pPr marL="0" indent="0" algn="ctr">
              <a:buNone/>
            </a:pPr>
            <a:r>
              <a:rPr lang="en-US" sz="1200" dirty="0">
                <a:solidFill>
                  <a:srgbClr val="1F1142"/>
                </a:solidFill>
                <a:latin typeface="Calibri" pitchFamily="34" charset="0"/>
                <a:ea typeface="Calibri" pitchFamily="34" charset="-122"/>
                <a:cs typeface="Calibri" pitchFamily="34" charset="-120"/>
              </a:rPr>
              <a:t>Initial Consideration</a:t>
            </a:r>
            <a:endParaRPr lang="en-US" sz="1200" dirty="0"/>
          </a:p>
        </p:txBody>
      </p:sp>
      <p:sp>
        <p:nvSpPr>
          <p:cNvPr id="18" name="Shape 16"/>
          <p:cNvSpPr/>
          <p:nvPr/>
        </p:nvSpPr>
        <p:spPr>
          <a:xfrm>
            <a:off x="1524000" y="5074920"/>
            <a:ext cx="9144000" cy="13716"/>
          </a:xfrm>
          <a:prstGeom prst="rect">
            <a:avLst/>
          </a:prstGeom>
          <a:solidFill>
            <a:srgbClr val="D7D3DE"/>
          </a:solidFill>
          <a:ln/>
        </p:spPr>
        <p:txBody>
          <a:bodyPr/>
          <a:lstStyle/>
          <a:p>
            <a:endParaRPr lang="en-US"/>
          </a:p>
        </p:txBody>
      </p:sp>
      <p:sp>
        <p:nvSpPr>
          <p:cNvPr id="6" name="Text 5">
            <a:extLst>
              <a:ext uri="{FF2B5EF4-FFF2-40B4-BE49-F238E27FC236}">
                <a16:creationId xmlns:a16="http://schemas.microsoft.com/office/drawing/2014/main" id="{62DC941B-96F1-F26E-5E40-3BAE66296AB0}"/>
              </a:ext>
            </a:extLst>
          </p:cNvPr>
          <p:cNvSpPr/>
          <p:nvPr/>
        </p:nvSpPr>
        <p:spPr>
          <a:xfrm>
            <a:off x="5264727" y="2601468"/>
            <a:ext cx="1662545" cy="548640"/>
          </a:xfrm>
          <a:prstGeom prst="rect">
            <a:avLst/>
          </a:prstGeom>
          <a:noFill/>
          <a:ln/>
        </p:spPr>
        <p:txBody>
          <a:bodyPr wrap="square" lIns="0" tIns="0" rIns="0" bIns="0" rtlCol="0" anchor="ctr"/>
          <a:lstStyle/>
          <a:p>
            <a:pPr algn="ctr"/>
            <a:r>
              <a:rPr lang="en-US" sz="1100" dirty="0">
                <a:solidFill>
                  <a:srgbClr val="1F1142"/>
                </a:solidFill>
                <a:latin typeface="Calibri" pitchFamily="34" charset="0"/>
                <a:ea typeface="Calibri" pitchFamily="34" charset="-122"/>
                <a:cs typeface="Calibri" pitchFamily="34" charset="-120"/>
              </a:rPr>
              <a:t>Paid to the Company in the form of the Rollover Equity at Close</a:t>
            </a:r>
          </a:p>
        </p:txBody>
      </p:sp>
      <p:sp>
        <p:nvSpPr>
          <p:cNvPr id="8" name="Rectangle 7">
            <a:extLst>
              <a:ext uri="{FF2B5EF4-FFF2-40B4-BE49-F238E27FC236}">
                <a16:creationId xmlns:a16="http://schemas.microsoft.com/office/drawing/2014/main" id="{89509409-58D8-7EE2-E1BB-02503797ECD8}"/>
              </a:ext>
            </a:extLst>
          </p:cNvPr>
          <p:cNvSpPr/>
          <p:nvPr/>
        </p:nvSpPr>
        <p:spPr>
          <a:xfrm>
            <a:off x="8037097" y="1443789"/>
            <a:ext cx="2544278" cy="4131511"/>
          </a:xfrm>
          <a:prstGeom prst="rect">
            <a:avLst/>
          </a:prstGeom>
          <a:noFill/>
          <a:ln w="28575">
            <a:solidFill>
              <a:schemeClr val="accent6"/>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834DA999-C5B3-06C5-7E64-D052DB1ACA6F}"/>
              </a:ext>
            </a:extLst>
          </p:cNvPr>
          <p:cNvSpPr/>
          <p:nvPr/>
        </p:nvSpPr>
        <p:spPr>
          <a:xfrm>
            <a:off x="8795887" y="1897233"/>
            <a:ext cx="1001027" cy="385460"/>
          </a:xfrm>
          <a:prstGeom prst="ellipse">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295782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10180015" y="347472"/>
            <a:ext cx="1371600" cy="274320"/>
          </a:xfrm>
          <a:prstGeom prst="rect">
            <a:avLst/>
          </a:prstGeom>
          <a:noFill/>
          <a:ln/>
        </p:spPr>
        <p:txBody>
          <a:bodyPr wrap="square" lIns="0" tIns="0" rIns="0" bIns="0" rtlCol="0" anchor="ctr"/>
          <a:lstStyle/>
          <a:p>
            <a:pPr marL="0" indent="0" algn="r">
              <a:buNone/>
            </a:pPr>
            <a:r>
              <a:rPr lang="en-US" sz="1500" b="1" dirty="0">
                <a:solidFill>
                  <a:srgbClr val="201243"/>
                </a:solidFill>
                <a:latin typeface="Calibri" pitchFamily="34" charset="0"/>
                <a:ea typeface="Calibri" pitchFamily="34" charset="-122"/>
                <a:cs typeface="Calibri" pitchFamily="34" charset="-120"/>
              </a:rPr>
              <a:t>RadX</a:t>
            </a:r>
            <a:endParaRPr lang="en-US" sz="1500" dirty="0"/>
          </a:p>
        </p:txBody>
      </p:sp>
      <p:sp>
        <p:nvSpPr>
          <p:cNvPr id="3" name="Text 1"/>
          <p:cNvSpPr/>
          <p:nvPr/>
        </p:nvSpPr>
        <p:spPr>
          <a:xfrm>
            <a:off x="640080" y="347472"/>
            <a:ext cx="9326880" cy="457200"/>
          </a:xfrm>
          <a:prstGeom prst="rect">
            <a:avLst/>
          </a:prstGeom>
          <a:noFill/>
          <a:ln/>
        </p:spPr>
        <p:txBody>
          <a:bodyPr wrap="square" lIns="0" tIns="0" rIns="0" bIns="0" rtlCol="0" anchor="ctr"/>
          <a:lstStyle/>
          <a:p>
            <a:pPr marL="0" indent="0">
              <a:buNone/>
            </a:pPr>
            <a:r>
              <a:rPr lang="en-US" sz="2700" b="1" dirty="0">
                <a:solidFill>
                  <a:srgbClr val="201243"/>
                </a:solidFill>
                <a:latin typeface="Calibri" pitchFamily="34" charset="0"/>
                <a:ea typeface="Calibri" pitchFamily="34" charset="-122"/>
                <a:cs typeface="Calibri" pitchFamily="34" charset="-120"/>
              </a:rPr>
              <a:t>Overview of the RadX Operating Playbook</a:t>
            </a:r>
            <a:endParaRPr lang="en-US" sz="2700" dirty="0"/>
          </a:p>
        </p:txBody>
      </p:sp>
      <p:sp>
        <p:nvSpPr>
          <p:cNvPr id="4" name="Text 2"/>
          <p:cNvSpPr/>
          <p:nvPr/>
        </p:nvSpPr>
        <p:spPr>
          <a:xfrm>
            <a:off x="640080" y="841248"/>
            <a:ext cx="10515600" cy="292608"/>
          </a:xfrm>
          <a:prstGeom prst="rect">
            <a:avLst/>
          </a:prstGeom>
          <a:noFill/>
          <a:ln/>
        </p:spPr>
        <p:txBody>
          <a:bodyPr wrap="square" lIns="0" tIns="0" rIns="0" bIns="0" rtlCol="0" anchor="ctr"/>
          <a:lstStyle/>
          <a:p>
            <a:pPr marL="0" indent="0">
              <a:buNone/>
            </a:pPr>
            <a:r>
              <a:rPr lang="en-US" sz="1300" i="1" dirty="0">
                <a:solidFill>
                  <a:srgbClr val="837D94"/>
                </a:solidFill>
                <a:latin typeface="Calibri" pitchFamily="34" charset="0"/>
                <a:ea typeface="Calibri" pitchFamily="34" charset="-122"/>
                <a:cs typeface="Calibri" pitchFamily="34" charset="-120"/>
              </a:rPr>
              <a:t>What RadX does after close to grow revenue at an acquired center</a:t>
            </a:r>
            <a:endParaRPr lang="en-US" sz="1300" dirty="0"/>
          </a:p>
        </p:txBody>
      </p:sp>
      <p:sp>
        <p:nvSpPr>
          <p:cNvPr id="5" name="Shape 3"/>
          <p:cNvSpPr/>
          <p:nvPr/>
        </p:nvSpPr>
        <p:spPr>
          <a:xfrm>
            <a:off x="640080" y="1207008"/>
            <a:ext cx="10911535" cy="18288"/>
          </a:xfrm>
          <a:prstGeom prst="rect">
            <a:avLst/>
          </a:prstGeom>
          <a:solidFill>
            <a:srgbClr val="201243"/>
          </a:solidFill>
          <a:ln/>
        </p:spPr>
        <p:txBody>
          <a:bodyPr/>
          <a:lstStyle/>
          <a:p>
            <a:endParaRPr lang="en-US"/>
          </a:p>
        </p:txBody>
      </p:sp>
      <p:sp>
        <p:nvSpPr>
          <p:cNvPr id="6" name="Shape 4"/>
          <p:cNvSpPr/>
          <p:nvPr/>
        </p:nvSpPr>
        <p:spPr>
          <a:xfrm>
            <a:off x="640080" y="1536192"/>
            <a:ext cx="2514600" cy="1600200"/>
          </a:xfrm>
          <a:prstGeom prst="roundRect">
            <a:avLst>
              <a:gd name="adj" fmla="val 3429"/>
            </a:avLst>
          </a:prstGeom>
          <a:solidFill>
            <a:srgbClr val="201243"/>
          </a:solidFill>
          <a:ln w="12700">
            <a:solidFill>
              <a:srgbClr val="201243"/>
            </a:solidFill>
            <a:prstDash val="solid"/>
          </a:ln>
        </p:spPr>
        <p:txBody>
          <a:bodyPr/>
          <a:lstStyle/>
          <a:p>
            <a:endParaRPr lang="en-US"/>
          </a:p>
        </p:txBody>
      </p:sp>
      <p:sp>
        <p:nvSpPr>
          <p:cNvPr id="7" name="Text 5"/>
          <p:cNvSpPr/>
          <p:nvPr/>
        </p:nvSpPr>
        <p:spPr>
          <a:xfrm>
            <a:off x="754380" y="1612900"/>
            <a:ext cx="2286000" cy="1447800"/>
          </a:xfrm>
          <a:prstGeom prst="rect">
            <a:avLst/>
          </a:prstGeom>
          <a:noFill/>
          <a:ln/>
        </p:spPr>
        <p:txBody>
          <a:bodyPr wrap="square" lIns="0" tIns="0" rIns="0" bIns="0" rtlCol="0" anchor="ctr" anchorCtr="0">
            <a:noAutofit/>
          </a:bodyPr>
          <a:lstStyle/>
          <a:p>
            <a:pPr marL="0" indent="0" algn="l">
              <a:lnSpc>
                <a:spcPts val="1800"/>
              </a:lnSpc>
              <a:spcBef>
                <a:spcPts val="500"/>
              </a:spcBef>
              <a:buNone/>
            </a:pPr>
            <a:r>
              <a:rPr lang="en-US" sz="1500" b="1" dirty="0">
                <a:solidFill>
                  <a:srgbClr val="FFFFFF"/>
                </a:solidFill>
                <a:latin typeface="Calibri" pitchFamily="34" charset="0"/>
                <a:ea typeface="Calibri" pitchFamily="34" charset="-122"/>
                <a:cs typeface="Calibri" pitchFamily="34" charset="-120"/>
              </a:rPr>
              <a:t>Modality Mix</a:t>
            </a:r>
          </a:p>
          <a:p>
            <a:pPr marL="0" indent="0" algn="l">
              <a:lnSpc>
                <a:spcPts val="1300"/>
              </a:lnSpc>
              <a:spcBef>
                <a:spcPts val="400"/>
              </a:spcBef>
              <a:buNone/>
            </a:pPr>
            <a:r>
              <a:rPr lang="en-US" sz="1050" dirty="0">
                <a:solidFill>
                  <a:srgbClr val="B7C4E8"/>
                </a:solidFill>
                <a:latin typeface="Calibri" pitchFamily="34" charset="0"/>
                <a:ea typeface="Calibri" pitchFamily="34" charset="-122"/>
                <a:cs typeface="Calibri" pitchFamily="34" charset="-120"/>
              </a:rPr>
              <a:t>Shift volume toward higher-value studies on the equipment already in place</a:t>
            </a:r>
            <a:endParaRPr lang="en-US" sz="1050" dirty="0"/>
          </a:p>
        </p:txBody>
      </p:sp>
      <p:sp>
        <p:nvSpPr>
          <p:cNvPr id="9" name="Shape 7"/>
          <p:cNvSpPr/>
          <p:nvPr/>
        </p:nvSpPr>
        <p:spPr>
          <a:xfrm>
            <a:off x="3439161" y="1536192"/>
            <a:ext cx="2514600" cy="1600200"/>
          </a:xfrm>
          <a:prstGeom prst="roundRect">
            <a:avLst>
              <a:gd name="adj" fmla="val 3429"/>
            </a:avLst>
          </a:prstGeom>
          <a:solidFill>
            <a:srgbClr val="201243"/>
          </a:solidFill>
          <a:ln w="12700">
            <a:solidFill>
              <a:srgbClr val="201243"/>
            </a:solidFill>
            <a:prstDash val="solid"/>
          </a:ln>
        </p:spPr>
        <p:txBody>
          <a:bodyPr/>
          <a:lstStyle/>
          <a:p>
            <a:endParaRPr lang="en-US"/>
          </a:p>
        </p:txBody>
      </p:sp>
      <p:sp>
        <p:nvSpPr>
          <p:cNvPr id="18" name="Shape 16"/>
          <p:cNvSpPr/>
          <p:nvPr/>
        </p:nvSpPr>
        <p:spPr>
          <a:xfrm>
            <a:off x="635000" y="3581400"/>
            <a:ext cx="182880" cy="182880"/>
          </a:xfrm>
          <a:prstGeom prst="ellipse">
            <a:avLst/>
          </a:prstGeom>
          <a:solidFill>
            <a:srgbClr val="825B90"/>
          </a:solidFill>
          <a:ln w="12700">
            <a:solidFill>
              <a:srgbClr val="825B90"/>
            </a:solidFill>
            <a:prstDash val="solid"/>
          </a:ln>
        </p:spPr>
        <p:txBody>
          <a:bodyPr/>
          <a:lstStyle/>
          <a:p>
            <a:endParaRPr lang="en-US"/>
          </a:p>
        </p:txBody>
      </p:sp>
      <p:sp>
        <p:nvSpPr>
          <p:cNvPr id="19" name="Text 17"/>
          <p:cNvSpPr/>
          <p:nvPr/>
        </p:nvSpPr>
        <p:spPr>
          <a:xfrm>
            <a:off x="965200" y="3530600"/>
            <a:ext cx="4991100" cy="304800"/>
          </a:xfrm>
          <a:prstGeom prst="rect">
            <a:avLst/>
          </a:prstGeom>
          <a:noFill/>
          <a:ln/>
        </p:spPr>
        <p:txBody>
          <a:bodyPr wrap="square" lIns="0" tIns="0" rIns="0" bIns="0" rtlCol="0" anchor="t" anchorCtr="0">
            <a:noAutofit/>
          </a:bodyPr>
          <a:lstStyle/>
          <a:p>
            <a:pPr marL="0" indent="0">
              <a:buNone/>
            </a:pPr>
            <a:r>
              <a:rPr lang="en-US" sz="1450" b="1" dirty="0">
                <a:solidFill>
                  <a:srgbClr val="201243"/>
                </a:solidFill>
                <a:latin typeface="Calibri" pitchFamily="34" charset="0"/>
                <a:ea typeface="Calibri" pitchFamily="34" charset="-122"/>
                <a:cs typeface="Calibri" pitchFamily="34" charset="-120"/>
              </a:rPr>
              <a:t>Better mix and stronger rates lift revenue per scan</a:t>
            </a:r>
            <a:endParaRPr lang="en-US" sz="1450" b="1" dirty="0"/>
          </a:p>
        </p:txBody>
      </p:sp>
      <p:sp>
        <p:nvSpPr>
          <p:cNvPr id="20" name="Text 18"/>
          <p:cNvSpPr/>
          <p:nvPr/>
        </p:nvSpPr>
        <p:spPr>
          <a:xfrm>
            <a:off x="965200" y="3911600"/>
            <a:ext cx="4991100" cy="1905000"/>
          </a:xfrm>
          <a:prstGeom prst="rect">
            <a:avLst/>
          </a:prstGeom>
          <a:noFill/>
          <a:ln/>
        </p:spPr>
        <p:txBody>
          <a:bodyPr wrap="square" lIns="0" tIns="0" rIns="0" bIns="0" rtlCol="0" anchor="t" anchorCtr="0">
            <a:noAutofit/>
          </a:bodyPr>
          <a:lstStyle/>
          <a:p>
            <a:pPr marL="342900" indent="-342900">
              <a:lnSpc>
                <a:spcPts val="1750"/>
              </a:lnSpc>
              <a:spcAft>
                <a:spcPts val="900"/>
              </a:spcAft>
              <a:buSzPct val="100000"/>
              <a:buChar char="•"/>
            </a:pPr>
            <a:r>
              <a:rPr lang="en-US" sz="1150" dirty="0">
                <a:solidFill>
                  <a:srgbClr val="3B3350"/>
                </a:solidFill>
                <a:latin typeface="Calibri" pitchFamily="34" charset="0"/>
                <a:ea typeface="Calibri" pitchFamily="34" charset="-122"/>
                <a:cs typeface="Calibri" pitchFamily="34" charset="-120"/>
              </a:rPr>
              <a:t>Study mix shifts toward higher-value modalities on the equipment already in place</a:t>
            </a:r>
            <a:endParaRPr lang="en-US" sz="1150" dirty="0"/>
          </a:p>
          <a:p>
            <a:pPr marL="342900" indent="-342900">
              <a:lnSpc>
                <a:spcPts val="1750"/>
              </a:lnSpc>
              <a:spcAft>
                <a:spcPts val="900"/>
              </a:spcAft>
              <a:buSzPct val="100000"/>
              <a:buChar char="•"/>
            </a:pPr>
            <a:r>
              <a:rPr lang="en-US" sz="1150" dirty="0">
                <a:solidFill>
                  <a:srgbClr val="3B3350"/>
                </a:solidFill>
                <a:latin typeface="Calibri" pitchFamily="34" charset="0"/>
                <a:ea typeface="Calibri" pitchFamily="34" charset="-122"/>
                <a:cs typeface="Calibri" pitchFamily="34" charset="-120"/>
              </a:rPr>
              <a:t>Payer terms move onto platform contracted rates, narrowing the gap to RadX blended collections in your market</a:t>
            </a:r>
            <a:endParaRPr lang="en-US" sz="1150" dirty="0"/>
          </a:p>
          <a:p>
            <a:pPr marL="342900" indent="-342900">
              <a:lnSpc>
                <a:spcPts val="1750"/>
              </a:lnSpc>
              <a:spcAft>
                <a:spcPts val="900"/>
              </a:spcAft>
              <a:buSzPct val="100000"/>
              <a:buChar char="•"/>
            </a:pPr>
            <a:r>
              <a:rPr lang="en-US" sz="1150" dirty="0">
                <a:solidFill>
                  <a:srgbClr val="3B3350"/>
                </a:solidFill>
                <a:latin typeface="Calibri" pitchFamily="34" charset="0"/>
                <a:ea typeface="Calibri" pitchFamily="34" charset="-122"/>
                <a:cs typeface="Calibri" pitchFamily="34" charset="-120"/>
              </a:rPr>
              <a:t>A largely fixed cost base means most of the incremental revenue per scan converts to EBITDA</a:t>
            </a:r>
            <a:endParaRPr lang="en-US" sz="1150" dirty="0"/>
          </a:p>
        </p:txBody>
      </p:sp>
      <p:sp>
        <p:nvSpPr>
          <p:cNvPr id="21" name="Shape 19"/>
          <p:cNvSpPr/>
          <p:nvPr/>
        </p:nvSpPr>
        <p:spPr>
          <a:xfrm>
            <a:off x="6235700" y="3581400"/>
            <a:ext cx="182880" cy="182880"/>
          </a:xfrm>
          <a:prstGeom prst="ellipse">
            <a:avLst/>
          </a:prstGeom>
          <a:solidFill>
            <a:srgbClr val="825B90"/>
          </a:solidFill>
          <a:ln w="12700">
            <a:solidFill>
              <a:srgbClr val="825B90"/>
            </a:solidFill>
            <a:prstDash val="solid"/>
          </a:ln>
        </p:spPr>
        <p:txBody>
          <a:bodyPr/>
          <a:lstStyle/>
          <a:p>
            <a:endParaRPr lang="en-US"/>
          </a:p>
        </p:txBody>
      </p:sp>
      <p:sp>
        <p:nvSpPr>
          <p:cNvPr id="22" name="Text 20"/>
          <p:cNvSpPr/>
          <p:nvPr/>
        </p:nvSpPr>
        <p:spPr>
          <a:xfrm>
            <a:off x="6565900" y="3530600"/>
            <a:ext cx="4991100" cy="304800"/>
          </a:xfrm>
          <a:prstGeom prst="rect">
            <a:avLst/>
          </a:prstGeom>
          <a:noFill/>
          <a:ln/>
        </p:spPr>
        <p:txBody>
          <a:bodyPr wrap="square" lIns="0" tIns="0" rIns="0" bIns="0" rtlCol="0" anchor="t" anchorCtr="0">
            <a:noAutofit/>
          </a:bodyPr>
          <a:lstStyle/>
          <a:p>
            <a:pPr marL="0" indent="0">
              <a:buNone/>
            </a:pPr>
            <a:r>
              <a:rPr lang="en-US" sz="1450" b="1" dirty="0">
                <a:solidFill>
                  <a:srgbClr val="201243"/>
                </a:solidFill>
                <a:latin typeface="Calibri" pitchFamily="34" charset="0"/>
                <a:ea typeface="Calibri" pitchFamily="34" charset="-122"/>
                <a:cs typeface="Calibri" pitchFamily="34" charset="-120"/>
              </a:rPr>
              <a:t>Stronger referrals and easier access add more scans</a:t>
            </a:r>
            <a:endParaRPr lang="en-US" sz="1450" b="1" dirty="0"/>
          </a:p>
        </p:txBody>
      </p:sp>
      <p:sp>
        <p:nvSpPr>
          <p:cNvPr id="23" name="Text 21"/>
          <p:cNvSpPr/>
          <p:nvPr/>
        </p:nvSpPr>
        <p:spPr>
          <a:xfrm>
            <a:off x="6565900" y="3911600"/>
            <a:ext cx="4991100" cy="1905000"/>
          </a:xfrm>
          <a:prstGeom prst="rect">
            <a:avLst/>
          </a:prstGeom>
          <a:noFill/>
          <a:ln/>
        </p:spPr>
        <p:txBody>
          <a:bodyPr wrap="square" lIns="0" tIns="0" rIns="0" bIns="0" rtlCol="0" anchor="t" anchorCtr="0">
            <a:noAutofit/>
          </a:bodyPr>
          <a:lstStyle/>
          <a:p>
            <a:pPr marL="342900" indent="-342900">
              <a:lnSpc>
                <a:spcPts val="1750"/>
              </a:lnSpc>
              <a:spcAft>
                <a:spcPts val="900"/>
              </a:spcAft>
              <a:buSzPct val="100000"/>
              <a:buChar char="•"/>
            </a:pPr>
            <a:r>
              <a:rPr lang="en-US" sz="1150" dirty="0">
                <a:solidFill>
                  <a:srgbClr val="3B3350"/>
                </a:solidFill>
                <a:latin typeface="Calibri" pitchFamily="34" charset="0"/>
                <a:ea typeface="Calibri" pitchFamily="34" charset="-122"/>
                <a:cs typeface="Calibri" pitchFamily="34" charset="-120"/>
              </a:rPr>
              <a:t>Referral development across both physician and personal-injury channels in your local market</a:t>
            </a:r>
            <a:endParaRPr lang="en-US" sz="1150" dirty="0"/>
          </a:p>
          <a:p>
            <a:pPr marL="342900" indent="-342900">
              <a:lnSpc>
                <a:spcPts val="1750"/>
              </a:lnSpc>
              <a:spcAft>
                <a:spcPts val="900"/>
              </a:spcAft>
              <a:buSzPct val="100000"/>
              <a:buChar char="•"/>
            </a:pPr>
            <a:r>
              <a:rPr lang="en-US" sz="1150" dirty="0">
                <a:solidFill>
                  <a:srgbClr val="3B3350"/>
                </a:solidFill>
                <a:latin typeface="Calibri" pitchFamily="34" charset="0"/>
                <a:ea typeface="Calibri" pitchFamily="34" charset="-122"/>
                <a:cs typeface="Calibri" pitchFamily="34" charset="-120"/>
              </a:rPr>
              <a:t>Centralized scheduling and call handling convert more inbound demand into scheduled appointments</a:t>
            </a:r>
            <a:endParaRPr lang="en-US" sz="1150" dirty="0"/>
          </a:p>
          <a:p>
            <a:pPr marL="342900" indent="-342900">
              <a:lnSpc>
                <a:spcPts val="1750"/>
              </a:lnSpc>
              <a:spcAft>
                <a:spcPts val="900"/>
              </a:spcAft>
              <a:buSzPct val="100000"/>
              <a:buChar char="•"/>
            </a:pPr>
            <a:r>
              <a:rPr lang="en-US" sz="1150" dirty="0">
                <a:solidFill>
                  <a:srgbClr val="3B3350"/>
                </a:solidFill>
                <a:latin typeface="Calibri" pitchFamily="34" charset="0"/>
                <a:ea typeface="Calibri" pitchFamily="34" charset="-122"/>
                <a:cs typeface="Calibri" pitchFamily="34" charset="-120"/>
              </a:rPr>
              <a:t>Longer operating hours and shorter backlogs add capacity without new capital</a:t>
            </a:r>
            <a:endParaRPr lang="en-US" sz="1150" dirty="0"/>
          </a:p>
        </p:txBody>
      </p:sp>
      <p:sp>
        <p:nvSpPr>
          <p:cNvPr id="25" name="Text 23"/>
          <p:cNvSpPr/>
          <p:nvPr/>
        </p:nvSpPr>
        <p:spPr>
          <a:xfrm>
            <a:off x="640080" y="6400800"/>
            <a:ext cx="3657600" cy="228600"/>
          </a:xfrm>
          <a:prstGeom prst="rect">
            <a:avLst/>
          </a:prstGeom>
          <a:noFill/>
          <a:ln/>
        </p:spPr>
        <p:txBody>
          <a:bodyPr wrap="square" lIns="0" tIns="0" rIns="0" bIns="0" rtlCol="0" anchor="ctr"/>
          <a:lstStyle/>
          <a:p>
            <a:pPr marL="0" indent="0">
              <a:buNone/>
            </a:pPr>
            <a:r>
              <a:rPr lang="en-US" sz="900" dirty="0">
                <a:solidFill>
                  <a:srgbClr val="837D94"/>
                </a:solidFill>
                <a:latin typeface="Calibri" pitchFamily="34" charset="0"/>
                <a:ea typeface="Calibri" pitchFamily="34" charset="-122"/>
                <a:cs typeface="Calibri" pitchFamily="34" charset="-120"/>
              </a:rPr>
              <a:t>RadX inc.  ·  Confidential</a:t>
            </a:r>
            <a:endParaRPr lang="en-US" sz="900" dirty="0"/>
          </a:p>
        </p:txBody>
      </p:sp>
      <p:sp>
        <p:nvSpPr>
          <p:cNvPr id="26" name="Text 24"/>
          <p:cNvSpPr/>
          <p:nvPr/>
        </p:nvSpPr>
        <p:spPr>
          <a:xfrm>
            <a:off x="4206240" y="6400800"/>
            <a:ext cx="6583680" cy="228600"/>
          </a:xfrm>
          <a:prstGeom prst="rect">
            <a:avLst/>
          </a:prstGeom>
          <a:noFill/>
          <a:ln/>
        </p:spPr>
        <p:txBody>
          <a:bodyPr wrap="square" lIns="0" tIns="0" rIns="0" bIns="0" rtlCol="0" anchor="ctr"/>
          <a:lstStyle/>
          <a:p>
            <a:pPr marL="0" indent="0" algn="ctr">
              <a:buNone/>
            </a:pPr>
            <a:r>
              <a:rPr lang="en-US" sz="900" dirty="0">
                <a:solidFill>
                  <a:srgbClr val="B03A3A"/>
                </a:solidFill>
                <a:latin typeface="Calibri" pitchFamily="34" charset="0"/>
                <a:ea typeface="Calibri" pitchFamily="34" charset="-122"/>
                <a:cs typeface="Calibri" pitchFamily="34" charset="-120"/>
              </a:rPr>
              <a:t>Presentation Does Not Constitute a Binding Offer - Figures Subject to Confirmatory Due Diligence</a:t>
            </a:r>
            <a:endParaRPr lang="en-US" sz="900" dirty="0"/>
          </a:p>
        </p:txBody>
      </p:sp>
      <p:sp>
        <p:nvSpPr>
          <p:cNvPr id="27" name="Text 25"/>
          <p:cNvSpPr/>
          <p:nvPr/>
        </p:nvSpPr>
        <p:spPr>
          <a:xfrm>
            <a:off x="11002975" y="6400800"/>
            <a:ext cx="548640" cy="228600"/>
          </a:xfrm>
          <a:prstGeom prst="rect">
            <a:avLst/>
          </a:prstGeom>
          <a:noFill/>
          <a:ln/>
        </p:spPr>
        <p:txBody>
          <a:bodyPr wrap="square" lIns="0" tIns="0" rIns="0" bIns="0" rtlCol="0" anchor="ctr"/>
          <a:lstStyle/>
          <a:p>
            <a:pPr marL="0" indent="0" algn="r">
              <a:buNone/>
            </a:pPr>
            <a:r>
              <a:rPr lang="en-US" sz="1000" b="1" dirty="0">
                <a:solidFill>
                  <a:srgbClr val="201243"/>
                </a:solidFill>
                <a:latin typeface="Calibri" pitchFamily="34" charset="0"/>
                <a:ea typeface="Calibri" pitchFamily="34" charset="-122"/>
                <a:cs typeface="Calibri" pitchFamily="34" charset="-120"/>
              </a:rPr>
              <a:t>7</a:t>
            </a:r>
            <a:endParaRPr lang="en-US" sz="1000" dirty="0"/>
          </a:p>
        </p:txBody>
      </p:sp>
      <p:sp>
        <p:nvSpPr>
          <p:cNvPr id="12" name="Shape 7">
            <a:extLst>
              <a:ext uri="{FF2B5EF4-FFF2-40B4-BE49-F238E27FC236}">
                <a16:creationId xmlns:a16="http://schemas.microsoft.com/office/drawing/2014/main" id="{03AE2729-A18D-F8C7-74C8-E4BE1013ADF0}"/>
              </a:ext>
            </a:extLst>
          </p:cNvPr>
          <p:cNvSpPr/>
          <p:nvPr/>
        </p:nvSpPr>
        <p:spPr>
          <a:xfrm>
            <a:off x="6238242" y="1536192"/>
            <a:ext cx="2514600" cy="1600200"/>
          </a:xfrm>
          <a:prstGeom prst="roundRect">
            <a:avLst>
              <a:gd name="adj" fmla="val 3429"/>
            </a:avLst>
          </a:prstGeom>
          <a:solidFill>
            <a:srgbClr val="201243"/>
          </a:solidFill>
          <a:ln w="12700">
            <a:solidFill>
              <a:srgbClr val="201243"/>
            </a:solidFill>
            <a:prstDash val="solid"/>
          </a:ln>
        </p:spPr>
        <p:txBody>
          <a:bodyPr/>
          <a:lstStyle/>
          <a:p>
            <a:endParaRPr lang="en-US"/>
          </a:p>
        </p:txBody>
      </p:sp>
      <p:sp>
        <p:nvSpPr>
          <p:cNvPr id="13" name="Shape 7">
            <a:extLst>
              <a:ext uri="{FF2B5EF4-FFF2-40B4-BE49-F238E27FC236}">
                <a16:creationId xmlns:a16="http://schemas.microsoft.com/office/drawing/2014/main" id="{0703E506-28A0-C136-4AE8-448C9B70F238}"/>
              </a:ext>
            </a:extLst>
          </p:cNvPr>
          <p:cNvSpPr/>
          <p:nvPr/>
        </p:nvSpPr>
        <p:spPr>
          <a:xfrm>
            <a:off x="9037322" y="1536192"/>
            <a:ext cx="2514600" cy="1600200"/>
          </a:xfrm>
          <a:prstGeom prst="roundRect">
            <a:avLst>
              <a:gd name="adj" fmla="val 3429"/>
            </a:avLst>
          </a:prstGeom>
          <a:solidFill>
            <a:srgbClr val="201243"/>
          </a:solidFill>
          <a:ln w="12700">
            <a:solidFill>
              <a:srgbClr val="201243"/>
            </a:solidFill>
            <a:prstDash val="solid"/>
          </a:ln>
        </p:spPr>
        <p:txBody>
          <a:bodyPr/>
          <a:lstStyle/>
          <a:p>
            <a:endParaRPr lang="en-US"/>
          </a:p>
        </p:txBody>
      </p:sp>
      <p:sp>
        <p:nvSpPr>
          <p:cNvPr id="14" name="Text 5">
            <a:extLst>
              <a:ext uri="{FF2B5EF4-FFF2-40B4-BE49-F238E27FC236}">
                <a16:creationId xmlns:a16="http://schemas.microsoft.com/office/drawing/2014/main" id="{6994C6D2-0773-27A1-BD3E-14E2B39804D8}"/>
              </a:ext>
            </a:extLst>
          </p:cNvPr>
          <p:cNvSpPr/>
          <p:nvPr/>
        </p:nvSpPr>
        <p:spPr>
          <a:xfrm>
            <a:off x="3553461" y="1612900"/>
            <a:ext cx="2286000" cy="1447800"/>
          </a:xfrm>
          <a:prstGeom prst="rect">
            <a:avLst/>
          </a:prstGeom>
          <a:noFill/>
          <a:ln/>
        </p:spPr>
        <p:txBody>
          <a:bodyPr wrap="square" lIns="0" tIns="0" rIns="0" bIns="0" rtlCol="0" anchor="ctr" anchorCtr="0">
            <a:noAutofit/>
          </a:bodyPr>
          <a:lstStyle/>
          <a:p>
            <a:pPr marL="0" indent="0" algn="l">
              <a:lnSpc>
                <a:spcPts val="1800"/>
              </a:lnSpc>
              <a:spcBef>
                <a:spcPts val="500"/>
              </a:spcBef>
              <a:buNone/>
            </a:pPr>
            <a:r>
              <a:rPr lang="en-US" sz="1500" b="1" dirty="0">
                <a:solidFill>
                  <a:srgbClr val="FFFFFF"/>
                </a:solidFill>
                <a:latin typeface="Calibri" pitchFamily="34" charset="0"/>
                <a:ea typeface="Calibri" pitchFamily="34" charset="-122"/>
                <a:cs typeface="Calibri" pitchFamily="34" charset="-120"/>
              </a:rPr>
              <a:t>Payer Rates</a:t>
            </a:r>
          </a:p>
          <a:p>
            <a:pPr marL="0" indent="0" algn="l">
              <a:lnSpc>
                <a:spcPts val="1300"/>
              </a:lnSpc>
              <a:spcBef>
                <a:spcPts val="400"/>
              </a:spcBef>
              <a:buNone/>
            </a:pPr>
            <a:r>
              <a:rPr lang="en-US" sz="1050" dirty="0">
                <a:solidFill>
                  <a:srgbClr val="B7C4E8"/>
                </a:solidFill>
                <a:latin typeface="Calibri" pitchFamily="34" charset="0"/>
                <a:ea typeface="Calibri" pitchFamily="34" charset="-122"/>
                <a:cs typeface="Calibri" pitchFamily="34" charset="-120"/>
              </a:rPr>
              <a:t>Consolidate every center onto platform contracted rates</a:t>
            </a:r>
            <a:endParaRPr lang="en-US" sz="1050" dirty="0"/>
          </a:p>
        </p:txBody>
      </p:sp>
      <p:sp>
        <p:nvSpPr>
          <p:cNvPr id="15" name="Text 5">
            <a:extLst>
              <a:ext uri="{FF2B5EF4-FFF2-40B4-BE49-F238E27FC236}">
                <a16:creationId xmlns:a16="http://schemas.microsoft.com/office/drawing/2014/main" id="{05F77DB6-4EA3-7139-460E-B6B6C5D8CDF9}"/>
              </a:ext>
            </a:extLst>
          </p:cNvPr>
          <p:cNvSpPr/>
          <p:nvPr/>
        </p:nvSpPr>
        <p:spPr>
          <a:xfrm>
            <a:off x="6352542" y="1612900"/>
            <a:ext cx="2286000" cy="1447800"/>
          </a:xfrm>
          <a:prstGeom prst="rect">
            <a:avLst/>
          </a:prstGeom>
          <a:noFill/>
          <a:ln/>
        </p:spPr>
        <p:txBody>
          <a:bodyPr wrap="square" lIns="0" tIns="0" rIns="0" bIns="0" rtlCol="0" anchor="ctr" anchorCtr="0">
            <a:noAutofit/>
          </a:bodyPr>
          <a:lstStyle/>
          <a:p>
            <a:pPr marL="0" indent="0" algn="l">
              <a:lnSpc>
                <a:spcPts val="1800"/>
              </a:lnSpc>
              <a:spcBef>
                <a:spcPts val="500"/>
              </a:spcBef>
              <a:buNone/>
            </a:pPr>
            <a:r>
              <a:rPr lang="en-US" sz="1500" b="1" dirty="0">
                <a:solidFill>
                  <a:srgbClr val="FFFFFF"/>
                </a:solidFill>
                <a:latin typeface="Calibri" pitchFamily="34" charset="0"/>
                <a:ea typeface="Calibri" pitchFamily="34" charset="-122"/>
                <a:cs typeface="Calibri" pitchFamily="34" charset="-120"/>
              </a:rPr>
              <a:t>Referral Engine</a:t>
            </a:r>
          </a:p>
          <a:p>
            <a:pPr marL="0" indent="0" algn="l">
              <a:lnSpc>
                <a:spcPts val="1300"/>
              </a:lnSpc>
              <a:spcBef>
                <a:spcPts val="400"/>
              </a:spcBef>
              <a:buNone/>
            </a:pPr>
            <a:r>
              <a:rPr lang="en-US" sz="1050" dirty="0">
                <a:solidFill>
                  <a:srgbClr val="B7C4E8"/>
                </a:solidFill>
                <a:latin typeface="Calibri" pitchFamily="34" charset="0"/>
                <a:ea typeface="Calibri" pitchFamily="34" charset="-122"/>
                <a:cs typeface="Calibri" pitchFamily="34" charset="-120"/>
              </a:rPr>
              <a:t>A formal sales organization that owns referral growth in each market</a:t>
            </a:r>
            <a:endParaRPr lang="en-US" sz="1050" dirty="0"/>
          </a:p>
        </p:txBody>
      </p:sp>
      <p:sp>
        <p:nvSpPr>
          <p:cNvPr id="16" name="Text 5">
            <a:extLst>
              <a:ext uri="{FF2B5EF4-FFF2-40B4-BE49-F238E27FC236}">
                <a16:creationId xmlns:a16="http://schemas.microsoft.com/office/drawing/2014/main" id="{4CE85346-92C1-75C0-B555-1E49630AC09D}"/>
              </a:ext>
            </a:extLst>
          </p:cNvPr>
          <p:cNvSpPr/>
          <p:nvPr/>
        </p:nvSpPr>
        <p:spPr>
          <a:xfrm>
            <a:off x="9151620" y="1612900"/>
            <a:ext cx="2286000" cy="1447800"/>
          </a:xfrm>
          <a:prstGeom prst="rect">
            <a:avLst/>
          </a:prstGeom>
          <a:noFill/>
          <a:ln/>
        </p:spPr>
        <p:txBody>
          <a:bodyPr wrap="square" lIns="0" tIns="0" rIns="0" bIns="0" rtlCol="0" anchor="ctr" anchorCtr="0">
            <a:noAutofit/>
          </a:bodyPr>
          <a:lstStyle/>
          <a:p>
            <a:pPr marL="0" indent="0" algn="l">
              <a:lnSpc>
                <a:spcPts val="1800"/>
              </a:lnSpc>
              <a:spcBef>
                <a:spcPts val="500"/>
              </a:spcBef>
              <a:buNone/>
            </a:pPr>
            <a:r>
              <a:rPr lang="en-US" sz="1500" b="1">
                <a:solidFill>
                  <a:srgbClr val="FFFFFF"/>
                </a:solidFill>
                <a:latin typeface="Calibri" pitchFamily="34" charset="0"/>
                <a:ea typeface="Calibri" pitchFamily="34" charset="-122"/>
                <a:cs typeface="Calibri" pitchFamily="34" charset="-120"/>
              </a:rPr>
              <a:t>Patient </a:t>
            </a:r>
            <a:r>
              <a:rPr lang="en-US" sz="1500" b="1" dirty="0">
                <a:solidFill>
                  <a:srgbClr val="FFFFFF"/>
                </a:solidFill>
                <a:latin typeface="Calibri" pitchFamily="34" charset="0"/>
                <a:ea typeface="Calibri" pitchFamily="34" charset="-122"/>
                <a:cs typeface="Calibri" pitchFamily="34" charset="-120"/>
              </a:rPr>
              <a:t>Access</a:t>
            </a:r>
          </a:p>
          <a:p>
            <a:pPr marL="0" indent="0" algn="l">
              <a:lnSpc>
                <a:spcPts val="1300"/>
              </a:lnSpc>
              <a:spcBef>
                <a:spcPts val="400"/>
              </a:spcBef>
              <a:buNone/>
            </a:pPr>
            <a:r>
              <a:rPr lang="en-US" sz="1050" dirty="0">
                <a:solidFill>
                  <a:srgbClr val="B7C4E8"/>
                </a:solidFill>
                <a:latin typeface="Calibri" pitchFamily="34" charset="0"/>
                <a:ea typeface="Calibri" pitchFamily="34" charset="-122"/>
                <a:cs typeface="Calibri" pitchFamily="34" charset="-120"/>
              </a:rPr>
              <a:t>Centralized scheduling that converts demand into booked studies</a:t>
            </a:r>
            <a:endParaRPr lang="en-US" sz="1050" dirty="0"/>
          </a:p>
        </p:txBody>
      </p:sp>
    </p:spTree>
    <p:extLst>
      <p:ext uri="{BB962C8B-B14F-4D97-AF65-F5344CB8AC3E}">
        <p14:creationId xmlns:p14="http://schemas.microsoft.com/office/powerpoint/2010/main" val="23693516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10180015" y="347472"/>
            <a:ext cx="1371600" cy="274320"/>
          </a:xfrm>
          <a:prstGeom prst="rect">
            <a:avLst/>
          </a:prstGeom>
          <a:noFill/>
          <a:ln/>
        </p:spPr>
        <p:txBody>
          <a:bodyPr wrap="square" lIns="0" tIns="0" rIns="0" bIns="0" rtlCol="0" anchor="ctr"/>
          <a:lstStyle/>
          <a:p>
            <a:pPr marL="0" indent="0" algn="r">
              <a:buNone/>
            </a:pPr>
            <a:r>
              <a:rPr lang="en-US" sz="1500" b="1" dirty="0">
                <a:solidFill>
                  <a:srgbClr val="201243"/>
                </a:solidFill>
                <a:latin typeface="Calibri" pitchFamily="34" charset="0"/>
                <a:ea typeface="Calibri" pitchFamily="34" charset="-122"/>
                <a:cs typeface="Calibri" pitchFamily="34" charset="-120"/>
              </a:rPr>
              <a:t>RadX</a:t>
            </a:r>
            <a:endParaRPr lang="en-US" sz="1500" dirty="0"/>
          </a:p>
        </p:txBody>
      </p:sp>
      <p:sp>
        <p:nvSpPr>
          <p:cNvPr id="3" name="Text 1"/>
          <p:cNvSpPr/>
          <p:nvPr/>
        </p:nvSpPr>
        <p:spPr>
          <a:xfrm>
            <a:off x="640080" y="347472"/>
            <a:ext cx="9326880" cy="457200"/>
          </a:xfrm>
          <a:prstGeom prst="rect">
            <a:avLst/>
          </a:prstGeom>
          <a:noFill/>
          <a:ln/>
        </p:spPr>
        <p:txBody>
          <a:bodyPr wrap="square" lIns="0" tIns="0" rIns="0" bIns="0" rtlCol="0" anchor="ctr"/>
          <a:lstStyle/>
          <a:p>
            <a:pPr marL="0" indent="0">
              <a:buNone/>
            </a:pPr>
            <a:r>
              <a:rPr lang="en-US" sz="2700" b="1" dirty="0">
                <a:solidFill>
                  <a:srgbClr val="201243"/>
                </a:solidFill>
                <a:latin typeface="Calibri" pitchFamily="34" charset="0"/>
                <a:ea typeface="Calibri" pitchFamily="34" charset="-122"/>
                <a:cs typeface="Calibri" pitchFamily="34" charset="-120"/>
              </a:rPr>
              <a:t>Illustrative Example of EBITDA Growth Under RadX</a:t>
            </a:r>
            <a:endParaRPr lang="en-US" sz="2700" dirty="0"/>
          </a:p>
        </p:txBody>
      </p:sp>
      <p:sp>
        <p:nvSpPr>
          <p:cNvPr id="4" name="Text 2"/>
          <p:cNvSpPr/>
          <p:nvPr/>
        </p:nvSpPr>
        <p:spPr>
          <a:xfrm>
            <a:off x="640080" y="841248"/>
            <a:ext cx="10515600" cy="292608"/>
          </a:xfrm>
          <a:prstGeom prst="rect">
            <a:avLst/>
          </a:prstGeom>
          <a:noFill/>
          <a:ln/>
        </p:spPr>
        <p:txBody>
          <a:bodyPr wrap="square" lIns="0" tIns="0" rIns="0" bIns="0" rtlCol="0" anchor="ctr"/>
          <a:lstStyle/>
          <a:p>
            <a:pPr marL="0" indent="0">
              <a:buNone/>
            </a:pPr>
            <a:r>
              <a:rPr lang="en-US" sz="1300" i="1" dirty="0">
                <a:solidFill>
                  <a:srgbClr val="837D94"/>
                </a:solidFill>
                <a:latin typeface="Calibri" pitchFamily="34" charset="0"/>
                <a:ea typeface="Calibri" pitchFamily="34" charset="-122"/>
                <a:cs typeface="Calibri" pitchFamily="34" charset="-120"/>
              </a:rPr>
              <a:t>Fuller schedules and a centralized back office can materially increase a center's EBITDA</a:t>
            </a:r>
            <a:endParaRPr lang="en-US" sz="1300" dirty="0"/>
          </a:p>
        </p:txBody>
      </p:sp>
      <p:sp>
        <p:nvSpPr>
          <p:cNvPr id="5" name="Shape 3"/>
          <p:cNvSpPr/>
          <p:nvPr/>
        </p:nvSpPr>
        <p:spPr>
          <a:xfrm>
            <a:off x="640080" y="1207008"/>
            <a:ext cx="10911535" cy="18288"/>
          </a:xfrm>
          <a:prstGeom prst="rect">
            <a:avLst/>
          </a:prstGeom>
          <a:solidFill>
            <a:srgbClr val="201243"/>
          </a:solidFill>
          <a:ln/>
        </p:spPr>
        <p:txBody>
          <a:bodyPr/>
          <a:lstStyle/>
          <a:p>
            <a:endParaRPr lang="en-US"/>
          </a:p>
        </p:txBody>
      </p:sp>
      <p:sp>
        <p:nvSpPr>
          <p:cNvPr id="6" name="Shape 4"/>
          <p:cNvSpPr/>
          <p:nvPr/>
        </p:nvSpPr>
        <p:spPr>
          <a:xfrm>
            <a:off x="640080" y="1866900"/>
            <a:ext cx="182880" cy="182880"/>
          </a:xfrm>
          <a:prstGeom prst="ellipse">
            <a:avLst/>
          </a:prstGeom>
          <a:solidFill>
            <a:srgbClr val="825B90"/>
          </a:solidFill>
          <a:ln w="12700">
            <a:solidFill>
              <a:srgbClr val="825B90"/>
            </a:solidFill>
            <a:prstDash val="solid"/>
          </a:ln>
        </p:spPr>
        <p:txBody>
          <a:bodyPr/>
          <a:lstStyle/>
          <a:p>
            <a:endParaRPr lang="en-US"/>
          </a:p>
        </p:txBody>
      </p:sp>
      <p:sp>
        <p:nvSpPr>
          <p:cNvPr id="7" name="Text 5"/>
          <p:cNvSpPr/>
          <p:nvPr/>
        </p:nvSpPr>
        <p:spPr>
          <a:xfrm>
            <a:off x="960120" y="1828800"/>
            <a:ext cx="4754880" cy="274320"/>
          </a:xfrm>
          <a:prstGeom prst="rect">
            <a:avLst/>
          </a:prstGeom>
          <a:noFill/>
          <a:ln/>
        </p:spPr>
        <p:txBody>
          <a:bodyPr wrap="square" lIns="0" tIns="0" rIns="0" bIns="0" rtlCol="0" anchor="ctr"/>
          <a:lstStyle/>
          <a:p>
            <a:pPr marL="0" indent="0">
              <a:buNone/>
            </a:pPr>
            <a:r>
              <a:rPr lang="en-US" sz="1400" b="1" dirty="0">
                <a:solidFill>
                  <a:srgbClr val="201243"/>
                </a:solidFill>
                <a:latin typeface="Calibri" pitchFamily="34" charset="0"/>
                <a:ea typeface="Calibri" pitchFamily="34" charset="-122"/>
                <a:cs typeface="Calibri" pitchFamily="34" charset="-120"/>
              </a:rPr>
              <a:t>Do More With What You Already Have</a:t>
            </a:r>
            <a:endParaRPr lang="en-US" sz="1400" dirty="0"/>
          </a:p>
        </p:txBody>
      </p:sp>
      <p:sp>
        <p:nvSpPr>
          <p:cNvPr id="8" name="Text 6"/>
          <p:cNvSpPr/>
          <p:nvPr/>
        </p:nvSpPr>
        <p:spPr>
          <a:xfrm>
            <a:off x="960120" y="2108200"/>
            <a:ext cx="4846320" cy="736600"/>
          </a:xfrm>
          <a:prstGeom prst="rect">
            <a:avLst/>
          </a:prstGeom>
          <a:noFill/>
          <a:ln/>
        </p:spPr>
        <p:txBody>
          <a:bodyPr wrap="square" lIns="0" tIns="0" rIns="0" bIns="0" rtlCol="0" anchor="t"/>
          <a:lstStyle/>
          <a:p>
            <a:pPr marL="0" indent="0">
              <a:lnSpc>
                <a:spcPts val="1400"/>
              </a:lnSpc>
              <a:buNone/>
            </a:pPr>
            <a:r>
              <a:rPr lang="en-US" sz="1150" dirty="0">
                <a:solidFill>
                  <a:srgbClr val="3B3350"/>
                </a:solidFill>
                <a:latin typeface="Calibri" pitchFamily="34" charset="0"/>
                <a:ea typeface="Calibri" pitchFamily="34" charset="-122"/>
                <a:cs typeface="Calibri" pitchFamily="34" charset="-120"/>
              </a:rPr>
              <a:t>Most centers have room to run more volume on the equipment already in place. Better scheduling and steadier referral flow fill that gap without the need for additional capital</a:t>
            </a:r>
            <a:endParaRPr lang="en-US" sz="1150" dirty="0"/>
          </a:p>
        </p:txBody>
      </p:sp>
      <p:sp>
        <p:nvSpPr>
          <p:cNvPr id="9" name="Shape 7"/>
          <p:cNvSpPr/>
          <p:nvPr/>
        </p:nvSpPr>
        <p:spPr>
          <a:xfrm>
            <a:off x="640080" y="4025900"/>
            <a:ext cx="182880" cy="182880"/>
          </a:xfrm>
          <a:prstGeom prst="ellipse">
            <a:avLst/>
          </a:prstGeom>
          <a:solidFill>
            <a:srgbClr val="825B90"/>
          </a:solidFill>
          <a:ln w="12700">
            <a:solidFill>
              <a:srgbClr val="825B90"/>
            </a:solidFill>
            <a:prstDash val="solid"/>
          </a:ln>
        </p:spPr>
        <p:txBody>
          <a:bodyPr/>
          <a:lstStyle/>
          <a:p>
            <a:endParaRPr lang="en-US"/>
          </a:p>
        </p:txBody>
      </p:sp>
      <p:sp>
        <p:nvSpPr>
          <p:cNvPr id="10" name="Text 8"/>
          <p:cNvSpPr/>
          <p:nvPr/>
        </p:nvSpPr>
        <p:spPr>
          <a:xfrm>
            <a:off x="960120" y="3987800"/>
            <a:ext cx="4754880" cy="274320"/>
          </a:xfrm>
          <a:prstGeom prst="rect">
            <a:avLst/>
          </a:prstGeom>
          <a:noFill/>
          <a:ln/>
        </p:spPr>
        <p:txBody>
          <a:bodyPr wrap="square" lIns="0" tIns="0" rIns="0" bIns="0" rtlCol="0" anchor="ctr"/>
          <a:lstStyle/>
          <a:p>
            <a:pPr marL="0" indent="0">
              <a:buNone/>
            </a:pPr>
            <a:r>
              <a:rPr lang="en-US" sz="1400" b="1" dirty="0">
                <a:solidFill>
                  <a:srgbClr val="201243"/>
                </a:solidFill>
                <a:latin typeface="Calibri" pitchFamily="34" charset="0"/>
                <a:ea typeface="Calibri" pitchFamily="34" charset="-122"/>
                <a:cs typeface="Calibri" pitchFamily="34" charset="-120"/>
              </a:rPr>
              <a:t>Centralize the Back Office</a:t>
            </a:r>
            <a:endParaRPr lang="en-US" sz="1400" dirty="0"/>
          </a:p>
        </p:txBody>
      </p:sp>
      <p:sp>
        <p:nvSpPr>
          <p:cNvPr id="11" name="Text 9"/>
          <p:cNvSpPr/>
          <p:nvPr/>
        </p:nvSpPr>
        <p:spPr>
          <a:xfrm>
            <a:off x="960120" y="4267200"/>
            <a:ext cx="4846320" cy="736600"/>
          </a:xfrm>
          <a:prstGeom prst="rect">
            <a:avLst/>
          </a:prstGeom>
          <a:noFill/>
          <a:ln/>
        </p:spPr>
        <p:txBody>
          <a:bodyPr wrap="square" lIns="0" tIns="0" rIns="0" bIns="0" rtlCol="0" anchor="t"/>
          <a:lstStyle/>
          <a:p>
            <a:pPr marL="0" indent="0">
              <a:lnSpc>
                <a:spcPts val="1400"/>
              </a:lnSpc>
              <a:buNone/>
            </a:pPr>
            <a:r>
              <a:rPr lang="en-US" sz="1150" dirty="0">
                <a:solidFill>
                  <a:srgbClr val="3B3350"/>
                </a:solidFill>
                <a:latin typeface="Calibri" pitchFamily="34" charset="0"/>
                <a:ea typeface="Calibri" pitchFamily="34" charset="-122"/>
                <a:cs typeface="Calibri" pitchFamily="34" charset="-120"/>
              </a:rPr>
              <a:t>Billing, credentialing, procurement and image reads move onto the RadX platform, which takes cost out of the center. Your clinical team and local relationships stay in place</a:t>
            </a:r>
            <a:endParaRPr lang="en-US" sz="1150" dirty="0"/>
          </a:p>
        </p:txBody>
      </p:sp>
      <p:sp>
        <p:nvSpPr>
          <p:cNvPr id="12" name="Shape 10"/>
          <p:cNvSpPr/>
          <p:nvPr/>
        </p:nvSpPr>
        <p:spPr>
          <a:xfrm>
            <a:off x="640080" y="5080000"/>
            <a:ext cx="5166360" cy="571500"/>
          </a:xfrm>
          <a:prstGeom prst="roundRect">
            <a:avLst>
              <a:gd name="adj" fmla="val 8065"/>
            </a:avLst>
          </a:prstGeom>
          <a:solidFill>
            <a:srgbClr val="F3F6FC"/>
          </a:solidFill>
          <a:ln w="12700">
            <a:solidFill>
              <a:srgbClr val="D7D3DE"/>
            </a:solidFill>
            <a:prstDash val="solid"/>
          </a:ln>
        </p:spPr>
        <p:txBody>
          <a:bodyPr/>
          <a:lstStyle/>
          <a:p>
            <a:endParaRPr lang="en-US"/>
          </a:p>
        </p:txBody>
      </p:sp>
      <p:sp>
        <p:nvSpPr>
          <p:cNvPr id="13" name="Text 11"/>
          <p:cNvSpPr/>
          <p:nvPr/>
        </p:nvSpPr>
        <p:spPr>
          <a:xfrm>
            <a:off x="777240" y="5080000"/>
            <a:ext cx="4892040" cy="571500"/>
          </a:xfrm>
          <a:prstGeom prst="rect">
            <a:avLst/>
          </a:prstGeom>
          <a:noFill/>
          <a:ln/>
        </p:spPr>
        <p:txBody>
          <a:bodyPr wrap="square" lIns="0" tIns="0" rIns="0" bIns="0" rtlCol="0" anchor="ctr"/>
          <a:lstStyle/>
          <a:p>
            <a:pPr marL="0" indent="0">
              <a:buNone/>
            </a:pPr>
            <a:r>
              <a:rPr lang="en-US" sz="1150" b="1" i="1" dirty="0">
                <a:solidFill>
                  <a:srgbClr val="201243"/>
                </a:solidFill>
                <a:latin typeface="Calibri" pitchFamily="34" charset="0"/>
                <a:ea typeface="Calibri" pitchFamily="34" charset="-122"/>
                <a:cs typeface="Calibri" pitchFamily="34" charset="-120"/>
              </a:rPr>
              <a:t>Same physicians, same equipment but a materially different earnings profile</a:t>
            </a:r>
            <a:endParaRPr lang="en-US" sz="1150" dirty="0"/>
          </a:p>
        </p:txBody>
      </p:sp>
      <p:sp>
        <p:nvSpPr>
          <p:cNvPr id="14" name="Text 12"/>
          <p:cNvSpPr/>
          <p:nvPr/>
        </p:nvSpPr>
        <p:spPr>
          <a:xfrm>
            <a:off x="6126480" y="1834576"/>
            <a:ext cx="5486400" cy="274320"/>
          </a:xfrm>
          <a:prstGeom prst="rect">
            <a:avLst/>
          </a:prstGeom>
          <a:noFill/>
          <a:ln/>
        </p:spPr>
        <p:txBody>
          <a:bodyPr wrap="square" lIns="0" tIns="0" rIns="0" bIns="0" rtlCol="0" anchor="ctr"/>
          <a:lstStyle/>
          <a:p>
            <a:pPr marL="0" indent="0">
              <a:buNone/>
            </a:pPr>
            <a:r>
              <a:rPr lang="en-US" sz="1300" b="1" dirty="0">
                <a:solidFill>
                  <a:srgbClr val="6585C7"/>
                </a:solidFill>
                <a:latin typeface="Calibri" pitchFamily="34" charset="0"/>
                <a:ea typeface="Calibri" pitchFamily="34" charset="-122"/>
                <a:cs typeface="Calibri" pitchFamily="34" charset="-120"/>
              </a:rPr>
              <a:t>Illustrative Single-Center EBITDA</a:t>
            </a:r>
            <a:endParaRPr lang="en-US" sz="1300" dirty="0"/>
          </a:p>
        </p:txBody>
      </p:sp>
      <p:sp>
        <p:nvSpPr>
          <p:cNvPr id="15" name="Text 13"/>
          <p:cNvSpPr/>
          <p:nvPr/>
        </p:nvSpPr>
        <p:spPr>
          <a:xfrm>
            <a:off x="6126480" y="2108896"/>
            <a:ext cx="5486400" cy="228600"/>
          </a:xfrm>
          <a:prstGeom prst="rect">
            <a:avLst/>
          </a:prstGeom>
          <a:noFill/>
          <a:ln/>
        </p:spPr>
        <p:txBody>
          <a:bodyPr wrap="square" lIns="0" tIns="0" rIns="0" bIns="0" rtlCol="0" anchor="ctr"/>
          <a:lstStyle/>
          <a:p>
            <a:pPr marL="0" indent="0">
              <a:buNone/>
            </a:pPr>
            <a:r>
              <a:rPr lang="en-US" sz="1000" i="1" dirty="0">
                <a:solidFill>
                  <a:srgbClr val="837D94"/>
                </a:solidFill>
                <a:latin typeface="Calibri" pitchFamily="34" charset="0"/>
                <a:ea typeface="Calibri" pitchFamily="34" charset="-122"/>
                <a:cs typeface="Calibri" pitchFamily="34" charset="-120"/>
              </a:rPr>
              <a:t>Illustrative center, a few years into the RadX model</a:t>
            </a:r>
            <a:endParaRPr lang="en-US" sz="1000" dirty="0"/>
          </a:p>
        </p:txBody>
      </p:sp>
      <p:sp>
        <p:nvSpPr>
          <p:cNvPr id="31" name="Shape 29"/>
          <p:cNvSpPr/>
          <p:nvPr/>
        </p:nvSpPr>
        <p:spPr>
          <a:xfrm>
            <a:off x="6035040" y="5120640"/>
            <a:ext cx="5120640" cy="13716"/>
          </a:xfrm>
          <a:prstGeom prst="rect">
            <a:avLst/>
          </a:prstGeom>
          <a:solidFill>
            <a:srgbClr val="D7D3DE"/>
          </a:solidFill>
          <a:ln/>
        </p:spPr>
        <p:txBody>
          <a:bodyPr/>
          <a:lstStyle/>
          <a:p>
            <a:endParaRPr lang="en-US"/>
          </a:p>
        </p:txBody>
      </p:sp>
      <p:sp>
        <p:nvSpPr>
          <p:cNvPr id="32" name="Text 30"/>
          <p:cNvSpPr/>
          <p:nvPr/>
        </p:nvSpPr>
        <p:spPr>
          <a:xfrm>
            <a:off x="635000" y="6032500"/>
            <a:ext cx="10909300" cy="368300"/>
          </a:xfrm>
          <a:prstGeom prst="rect">
            <a:avLst/>
          </a:prstGeom>
          <a:noFill/>
          <a:ln/>
        </p:spPr>
        <p:txBody>
          <a:bodyPr wrap="square" lIns="0" tIns="0" rIns="0" bIns="0" rtlCol="0" anchor="t" anchorCtr="0">
            <a:noAutofit/>
          </a:bodyPr>
          <a:lstStyle/>
          <a:p>
            <a:pPr marL="0" indent="0">
              <a:buNone/>
            </a:pPr>
            <a:r>
              <a:rPr lang="en-US" sz="900" i="1" dirty="0">
                <a:solidFill>
                  <a:srgbClr val="837D94"/>
                </a:solidFill>
                <a:latin typeface="Calibri" pitchFamily="34" charset="0"/>
                <a:ea typeface="Calibri" pitchFamily="34" charset="-122"/>
                <a:cs typeface="Calibri" pitchFamily="34" charset="-120"/>
              </a:rPr>
              <a:t>Note: Illustrative economics for a standard center in RadX's operating model. The $1.0M to $1.7M path assumes all three drivers shown at left are executed by Year 3. Actual results vary by center.</a:t>
            </a:r>
            <a:endParaRPr lang="en-US" sz="900" dirty="0"/>
          </a:p>
        </p:txBody>
      </p:sp>
      <p:sp>
        <p:nvSpPr>
          <p:cNvPr id="33" name="Text 31"/>
          <p:cNvSpPr/>
          <p:nvPr/>
        </p:nvSpPr>
        <p:spPr>
          <a:xfrm>
            <a:off x="640080" y="6400800"/>
            <a:ext cx="3657600" cy="228600"/>
          </a:xfrm>
          <a:prstGeom prst="rect">
            <a:avLst/>
          </a:prstGeom>
          <a:noFill/>
          <a:ln/>
        </p:spPr>
        <p:txBody>
          <a:bodyPr wrap="square" lIns="0" tIns="0" rIns="0" bIns="0" rtlCol="0" anchor="ctr"/>
          <a:lstStyle/>
          <a:p>
            <a:pPr marL="0" indent="0">
              <a:buNone/>
            </a:pPr>
            <a:r>
              <a:rPr lang="en-US" sz="900" dirty="0">
                <a:solidFill>
                  <a:srgbClr val="837D94"/>
                </a:solidFill>
                <a:latin typeface="Calibri" pitchFamily="34" charset="0"/>
                <a:ea typeface="Calibri" pitchFamily="34" charset="-122"/>
                <a:cs typeface="Calibri" pitchFamily="34" charset="-120"/>
              </a:rPr>
              <a:t>RadX inc.  ·  Confidential</a:t>
            </a:r>
            <a:endParaRPr lang="en-US" sz="900" dirty="0"/>
          </a:p>
        </p:txBody>
      </p:sp>
      <p:sp>
        <p:nvSpPr>
          <p:cNvPr id="34" name="Text 32"/>
          <p:cNvSpPr/>
          <p:nvPr/>
        </p:nvSpPr>
        <p:spPr>
          <a:xfrm>
            <a:off x="4206240" y="6400800"/>
            <a:ext cx="6583680" cy="228600"/>
          </a:xfrm>
          <a:prstGeom prst="rect">
            <a:avLst/>
          </a:prstGeom>
          <a:noFill/>
          <a:ln/>
        </p:spPr>
        <p:txBody>
          <a:bodyPr wrap="square" lIns="0" tIns="0" rIns="0" bIns="0" rtlCol="0" anchor="ctr"/>
          <a:lstStyle/>
          <a:p>
            <a:pPr marL="0" indent="0" algn="ctr">
              <a:buNone/>
            </a:pPr>
            <a:r>
              <a:rPr lang="en-US" sz="900" dirty="0">
                <a:solidFill>
                  <a:srgbClr val="B03A3A"/>
                </a:solidFill>
                <a:latin typeface="Calibri" pitchFamily="34" charset="0"/>
                <a:ea typeface="Calibri" pitchFamily="34" charset="-122"/>
                <a:cs typeface="Calibri" pitchFamily="34" charset="-120"/>
              </a:rPr>
              <a:t>Presentation Does Not Constitute a Binding Offer - Figures Subject to Confirmatory Due Diligence</a:t>
            </a:r>
            <a:endParaRPr lang="en-US" sz="900" dirty="0"/>
          </a:p>
        </p:txBody>
      </p:sp>
      <p:sp>
        <p:nvSpPr>
          <p:cNvPr id="35" name="Text 33"/>
          <p:cNvSpPr/>
          <p:nvPr/>
        </p:nvSpPr>
        <p:spPr>
          <a:xfrm>
            <a:off x="11002975" y="6400800"/>
            <a:ext cx="548640" cy="228600"/>
          </a:xfrm>
          <a:prstGeom prst="rect">
            <a:avLst/>
          </a:prstGeom>
          <a:noFill/>
          <a:ln/>
        </p:spPr>
        <p:txBody>
          <a:bodyPr wrap="square" lIns="0" tIns="0" rIns="0" bIns="0" rtlCol="0" anchor="ctr"/>
          <a:lstStyle/>
          <a:p>
            <a:pPr marL="0" indent="0" algn="r">
              <a:buNone/>
            </a:pPr>
            <a:r>
              <a:rPr lang="en-US" sz="1000" b="1" dirty="0">
                <a:solidFill>
                  <a:srgbClr val="201243"/>
                </a:solidFill>
                <a:latin typeface="Calibri" pitchFamily="34" charset="0"/>
                <a:ea typeface="Calibri" pitchFamily="34" charset="-122"/>
                <a:cs typeface="Calibri" pitchFamily="34" charset="-120"/>
              </a:rPr>
              <a:t>8</a:t>
            </a:r>
            <a:endParaRPr lang="en-US" sz="1000" dirty="0"/>
          </a:p>
        </p:txBody>
      </p:sp>
      <p:graphicFrame>
        <p:nvGraphicFramePr>
          <p:cNvPr id="91" name="EBITDA Bridge Chart"/>
          <p:cNvGraphicFramePr/>
          <p:nvPr/>
        </p:nvGraphicFramePr>
        <p:xfrm>
          <a:off x="5978525" y="2324100"/>
          <a:ext cx="5175250" cy="2794000"/>
        </p:xfrm>
        <a:graphic>
          <a:graphicData uri="http://schemas.openxmlformats.org/drawingml/2006/chart">
            <c:chart xmlns:c="http://schemas.openxmlformats.org/drawingml/2006/chart" xmlns:r="http://schemas.openxmlformats.org/officeDocument/2006/relationships" r:id="rId3"/>
          </a:graphicData>
        </a:graphic>
      </p:graphicFrame>
      <p:sp>
        <p:nvSpPr>
          <p:cNvPr id="17" name="CatAtClose">
            <a:extLst>
              <a:ext uri="{FF2B5EF4-FFF2-40B4-BE49-F238E27FC236}">
                <a16:creationId xmlns:a16="http://schemas.microsoft.com/office/drawing/2014/main" id="{BD8DB580-60AB-4CD1-94E6-9FC114E7882E}"/>
              </a:ext>
            </a:extLst>
          </p:cNvPr>
          <p:cNvSpPr txBox="1"/>
          <p:nvPr/>
        </p:nvSpPr>
        <p:spPr>
          <a:xfrm>
            <a:off x="6781800" y="5207000"/>
            <a:ext cx="1079500" cy="279400"/>
          </a:xfrm>
          <a:prstGeom prst="rect">
            <a:avLst/>
          </a:prstGeom>
          <a:noFill/>
        </p:spPr>
        <p:txBody>
          <a:bodyPr vertOverflow="overflow" vert="horz" wrap="square" rtlCol="0" anchor="t">
            <a:noAutofit/>
          </a:bodyPr>
          <a:lstStyle/>
          <a:p>
            <a:pPr marL="0" indent="0" algn="ctr">
              <a:lnSpc>
                <a:spcPts val="1300"/>
              </a:lnSpc>
              <a:buNone/>
            </a:pPr>
            <a:r>
              <a:rPr lang="en-US" sz="1050" dirty="0">
                <a:solidFill>
                  <a:srgbClr val="1F1142"/>
                </a:solidFill>
                <a:latin typeface="Calibri" pitchFamily="34" charset="0"/>
                <a:ea typeface="Calibri" pitchFamily="34" charset="-122"/>
                <a:cs typeface="Calibri" pitchFamily="34" charset="-120"/>
              </a:rPr>
              <a:t>At Close</a:t>
            </a:r>
            <a:endParaRPr lang="en-US" sz="1050" dirty="0"/>
          </a:p>
        </p:txBody>
      </p:sp>
      <p:sp>
        <p:nvSpPr>
          <p:cNvPr id="18" name="CatYear3">
            <a:extLst>
              <a:ext uri="{FF2B5EF4-FFF2-40B4-BE49-F238E27FC236}">
                <a16:creationId xmlns:a16="http://schemas.microsoft.com/office/drawing/2014/main" id="{6A398D55-EDAE-4627-8A5C-5C032823B0F4}"/>
              </a:ext>
            </a:extLst>
          </p:cNvPr>
          <p:cNvSpPr txBox="1"/>
          <p:nvPr/>
        </p:nvSpPr>
        <p:spPr>
          <a:xfrm>
            <a:off x="9271000" y="5207000"/>
            <a:ext cx="1079500" cy="279400"/>
          </a:xfrm>
          <a:prstGeom prst="rect">
            <a:avLst/>
          </a:prstGeom>
          <a:noFill/>
        </p:spPr>
        <p:txBody>
          <a:bodyPr vertOverflow="overflow" vert="horz" wrap="square" rtlCol="0" anchor="t">
            <a:noAutofit/>
          </a:bodyPr>
          <a:lstStyle/>
          <a:p>
            <a:pPr marL="0" indent="0" algn="ctr">
              <a:lnSpc>
                <a:spcPts val="1300"/>
              </a:lnSpc>
              <a:buNone/>
            </a:pPr>
            <a:r>
              <a:rPr lang="en-US" sz="1050" dirty="0">
                <a:solidFill>
                  <a:srgbClr val="1F1142"/>
                </a:solidFill>
                <a:latin typeface="Calibri" pitchFamily="34" charset="0"/>
                <a:ea typeface="Calibri" pitchFamily="34" charset="-122"/>
                <a:cs typeface="Calibri" pitchFamily="34" charset="-120"/>
              </a:rPr>
              <a:t>Year 3</a:t>
            </a:r>
            <a:endParaRPr lang="en-US" sz="1050" dirty="0"/>
          </a:p>
        </p:txBody>
      </p:sp>
      <p:sp>
        <p:nvSpPr>
          <p:cNvPr id="16" name="MixDot">
            <a:extLst>
              <a:ext uri="{FF2B5EF4-FFF2-40B4-BE49-F238E27FC236}">
                <a16:creationId xmlns:a16="http://schemas.microsoft.com/office/drawing/2014/main" id="{2197DEF1-1DFA-428B-8E8E-DE77118C8462}"/>
              </a:ext>
            </a:extLst>
          </p:cNvPr>
          <p:cNvSpPr/>
          <p:nvPr/>
        </p:nvSpPr>
        <p:spPr>
          <a:xfrm>
            <a:off x="635000" y="2946400"/>
            <a:ext cx="177800" cy="177800"/>
          </a:xfrm>
          <a:prstGeom prst="ellipse">
            <a:avLst/>
          </a:prstGeom>
          <a:solidFill>
            <a:srgbClr val="825B9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9" name="MixHeader">
            <a:extLst>
              <a:ext uri="{FF2B5EF4-FFF2-40B4-BE49-F238E27FC236}">
                <a16:creationId xmlns:a16="http://schemas.microsoft.com/office/drawing/2014/main" id="{63C79E68-4924-4A5D-A99C-62C55F582DBA}"/>
              </a:ext>
            </a:extLst>
          </p:cNvPr>
          <p:cNvSpPr txBox="1"/>
          <p:nvPr/>
        </p:nvSpPr>
        <p:spPr>
          <a:xfrm>
            <a:off x="965200" y="2908300"/>
            <a:ext cx="4749800" cy="279400"/>
          </a:xfrm>
          <a:prstGeom prst="rect">
            <a:avLst/>
          </a:prstGeom>
          <a:noFill/>
        </p:spPr>
        <p:txBody>
          <a:bodyPr vertOverflow="overflow" vert="horz" wrap="square" lIns="0" tIns="0" rIns="0" bIns="0" rtlCol="0" anchor="t" anchorCtr="0">
            <a:noAutofit/>
          </a:bodyPr>
          <a:lstStyle/>
          <a:p>
            <a:pPr marL="0" indent="0">
              <a:buNone/>
            </a:pPr>
            <a:r>
              <a:rPr lang="en-US" sz="1400" b="1" dirty="0">
                <a:solidFill>
                  <a:srgbClr val="201243"/>
                </a:solidFill>
                <a:latin typeface="Calibri" pitchFamily="34" charset="0"/>
                <a:ea typeface="Calibri" pitchFamily="34" charset="-122"/>
                <a:cs typeface="Calibri" pitchFamily="34" charset="-120"/>
              </a:rPr>
              <a:t>Shift the Mix and Reset the Rates</a:t>
            </a:r>
            <a:endParaRPr lang="en-US" sz="1400" dirty="0"/>
          </a:p>
        </p:txBody>
      </p:sp>
      <p:sp>
        <p:nvSpPr>
          <p:cNvPr id="20" name="MixBody">
            <a:extLst>
              <a:ext uri="{FF2B5EF4-FFF2-40B4-BE49-F238E27FC236}">
                <a16:creationId xmlns:a16="http://schemas.microsoft.com/office/drawing/2014/main" id="{E5E82799-F031-44B6-B761-1FCD054B21E5}"/>
              </a:ext>
            </a:extLst>
          </p:cNvPr>
          <p:cNvSpPr txBox="1"/>
          <p:nvPr/>
        </p:nvSpPr>
        <p:spPr>
          <a:xfrm>
            <a:off x="965200" y="3187700"/>
            <a:ext cx="4851400" cy="736600"/>
          </a:xfrm>
          <a:prstGeom prst="rect">
            <a:avLst/>
          </a:prstGeom>
          <a:noFill/>
        </p:spPr>
        <p:txBody>
          <a:bodyPr vertOverflow="overflow" vert="horz" wrap="square" lIns="0" tIns="0" rIns="0" bIns="0" rtlCol="0" anchor="t" anchorCtr="0">
            <a:noAutofit/>
          </a:bodyPr>
          <a:lstStyle/>
          <a:p>
            <a:pPr marL="0" indent="0">
              <a:lnSpc>
                <a:spcPts val="1400"/>
              </a:lnSpc>
              <a:buNone/>
            </a:pPr>
            <a:r>
              <a:rPr lang="en-US" sz="1150" dirty="0">
                <a:solidFill>
                  <a:srgbClr val="3B3350"/>
                </a:solidFill>
                <a:latin typeface="Calibri" pitchFamily="34" charset="0"/>
                <a:ea typeface="Calibri" pitchFamily="34" charset="-122"/>
                <a:cs typeface="Calibri" pitchFamily="34" charset="-120"/>
              </a:rPr>
              <a:t>Higher-value studies, led by MRI, take a larger share of the schedule. Contracted payer rates move onto platform terms, so the same study collects more than it does today</a:t>
            </a:r>
            <a:endParaRPr lang="en-US" sz="1150" dirty="0"/>
          </a:p>
        </p:txBody>
      </p:sp>
      <p:cxnSp>
        <p:nvCxnSpPr>
          <p:cNvPr id="21" name="Straight Arrow Connector 20">
            <a:extLst>
              <a:ext uri="{FF2B5EF4-FFF2-40B4-BE49-F238E27FC236}">
                <a16:creationId xmlns:a16="http://schemas.microsoft.com/office/drawing/2014/main" id="{9C64216D-5872-C072-B410-40EC101102DD}"/>
              </a:ext>
            </a:extLst>
          </p:cNvPr>
          <p:cNvCxnSpPr>
            <a:cxnSpLocks/>
          </p:cNvCxnSpPr>
          <p:nvPr/>
        </p:nvCxnSpPr>
        <p:spPr>
          <a:xfrm flipV="1">
            <a:off x="7163201" y="2912315"/>
            <a:ext cx="2968843" cy="853108"/>
          </a:xfrm>
          <a:prstGeom prst="straightConnector1">
            <a:avLst/>
          </a:prstGeom>
          <a:ln>
            <a:solidFill>
              <a:srgbClr val="825B90"/>
            </a:solidFill>
            <a:tailEnd type="triangle"/>
          </a:ln>
        </p:spPr>
        <p:style>
          <a:lnRef idx="1">
            <a:schemeClr val="accent1"/>
          </a:lnRef>
          <a:fillRef idx="0">
            <a:schemeClr val="accent1"/>
          </a:fillRef>
          <a:effectRef idx="0">
            <a:schemeClr val="accent1"/>
          </a:effectRef>
          <a:fontRef idx="minor">
            <a:schemeClr val="tx1"/>
          </a:fontRef>
        </p:style>
      </p:cxnSp>
      <p:sp>
        <p:nvSpPr>
          <p:cNvPr id="22" name="ArrowCallout">
            <a:extLst>
              <a:ext uri="{FF2B5EF4-FFF2-40B4-BE49-F238E27FC236}">
                <a16:creationId xmlns:a16="http://schemas.microsoft.com/office/drawing/2014/main" id="{8FBD28C7-D22C-9E71-C04D-30C259A0D70C}"/>
              </a:ext>
            </a:extLst>
          </p:cNvPr>
          <p:cNvSpPr txBox="1"/>
          <p:nvPr/>
        </p:nvSpPr>
        <p:spPr>
          <a:xfrm rot="20637888">
            <a:off x="7173730" y="3068987"/>
            <a:ext cx="2862509" cy="279400"/>
          </a:xfrm>
          <a:prstGeom prst="rect">
            <a:avLst/>
          </a:prstGeom>
          <a:noFill/>
          <a:ln>
            <a:noFill/>
          </a:ln>
        </p:spPr>
        <p:txBody>
          <a:bodyPr vertOverflow="overflow" vert="horz" wrap="none" lIns="0" tIns="0" rIns="0" bIns="0" rtlCol="0" anchor="ctr" anchorCtr="0">
            <a:noAutofit/>
          </a:bodyPr>
          <a:lstStyle/>
          <a:p>
            <a:pPr marL="0" indent="0" algn="ctr">
              <a:buNone/>
            </a:pPr>
            <a:r>
              <a:rPr lang="en-US" sz="1200" b="1" dirty="0">
                <a:solidFill>
                  <a:srgbClr val="201243"/>
                </a:solidFill>
                <a:latin typeface="Calibri" pitchFamily="34" charset="0"/>
                <a:ea typeface="Calibri" pitchFamily="34" charset="-122"/>
                <a:cs typeface="Calibri" pitchFamily="34" charset="-120"/>
              </a:rPr>
              <a:t>Growth Opportunity With </a:t>
            </a:r>
            <a:r>
              <a:rPr lang="en-US" sz="1200" b="1" dirty="0" err="1">
                <a:solidFill>
                  <a:srgbClr val="201243"/>
                </a:solidFill>
                <a:latin typeface="Calibri" pitchFamily="34" charset="0"/>
                <a:ea typeface="Calibri" pitchFamily="34" charset="-122"/>
                <a:cs typeface="Calibri" pitchFamily="34" charset="-120"/>
              </a:rPr>
              <a:t>RadX’s</a:t>
            </a:r>
            <a:r>
              <a:rPr lang="en-US" sz="1200" b="1" dirty="0">
                <a:solidFill>
                  <a:srgbClr val="201243"/>
                </a:solidFill>
                <a:latin typeface="Calibri" pitchFamily="34" charset="0"/>
                <a:ea typeface="Calibri" pitchFamily="34" charset="-122"/>
                <a:cs typeface="Calibri" pitchFamily="34" charset="-120"/>
              </a:rPr>
              <a:t> Playbook</a:t>
            </a:r>
            <a:endParaRPr lang="en-US" sz="1200" b="1" dirty="0"/>
          </a:p>
        </p:txBody>
      </p:sp>
    </p:spTree>
    <p:extLst>
      <p:ext uri="{BB962C8B-B14F-4D97-AF65-F5344CB8AC3E}">
        <p14:creationId xmlns:p14="http://schemas.microsoft.com/office/powerpoint/2010/main" val="15680776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
    <p:bg>
      <p:bgPr>
        <a:solidFill>
          <a:srgbClr val="201243"/>
        </a:solidFill>
        <a:effectLst/>
      </p:bgPr>
    </p:bg>
    <p:spTree>
      <p:nvGrpSpPr>
        <p:cNvPr id="1" name=""/>
        <p:cNvGrpSpPr/>
        <p:nvPr/>
      </p:nvGrpSpPr>
      <p:grpSpPr>
        <a:xfrm>
          <a:off x="0" y="0"/>
          <a:ext cx="0" cy="0"/>
          <a:chOff x="0" y="0"/>
          <a:chExt cx="0" cy="0"/>
        </a:xfrm>
      </p:grpSpPr>
      <p:sp>
        <p:nvSpPr>
          <p:cNvPr id="3" name="Shape 1"/>
          <p:cNvSpPr/>
          <p:nvPr/>
        </p:nvSpPr>
        <p:spPr>
          <a:xfrm>
            <a:off x="8686800" y="-1371600"/>
            <a:ext cx="5486400" cy="5486400"/>
          </a:xfrm>
          <a:prstGeom prst="ellipse">
            <a:avLst/>
          </a:prstGeom>
          <a:solidFill>
            <a:srgbClr val="312552"/>
          </a:solidFill>
          <a:ln w="12700">
            <a:noFill/>
            <a:prstDash val="solid"/>
          </a:ln>
        </p:spPr>
        <p:txBody>
          <a:bodyPr/>
          <a:lstStyle/>
          <a:p>
            <a:endParaRPr lang="en-US"/>
          </a:p>
        </p:txBody>
      </p:sp>
      <p:sp>
        <p:nvSpPr>
          <p:cNvPr id="5" name="Text 3"/>
          <p:cNvSpPr/>
          <p:nvPr/>
        </p:nvSpPr>
        <p:spPr>
          <a:xfrm>
            <a:off x="8890000" y="6400800"/>
            <a:ext cx="2667000" cy="279400"/>
          </a:xfrm>
          <a:prstGeom prst="rect">
            <a:avLst/>
          </a:prstGeom>
          <a:noFill/>
          <a:ln/>
        </p:spPr>
        <p:txBody>
          <a:bodyPr wrap="square" lIns="0" tIns="0" rIns="0" bIns="0" rtlCol="0" anchor="ctr"/>
          <a:lstStyle/>
          <a:p>
            <a:pPr marL="0" indent="0" algn="r">
              <a:buNone/>
            </a:pPr>
            <a:r>
              <a:rPr lang="en-US" sz="1400" b="1" dirty="0">
                <a:solidFill>
                  <a:srgbClr val="FFFFFF"/>
                </a:solidFill>
                <a:latin typeface="Calibri" pitchFamily="34" charset="0"/>
                <a:cs typeface="Calibri" pitchFamily="34" charset="-120"/>
              </a:rPr>
              <a:t>RadX</a:t>
            </a:r>
            <a:r>
              <a:rPr lang="en-US" sz="1000" b="1" dirty="0">
                <a:solidFill>
                  <a:srgbClr val="B7C4E8"/>
                </a:solidFill>
                <a:latin typeface="Calibri" pitchFamily="34" charset="0"/>
                <a:cs typeface="Calibri" pitchFamily="34" charset="-120"/>
              </a:rPr>
              <a:t> inc.</a:t>
            </a:r>
          </a:p>
        </p:txBody>
      </p:sp>
      <p:sp>
        <p:nvSpPr>
          <p:cNvPr id="6" name="Text 4"/>
          <p:cNvSpPr/>
          <p:nvPr/>
        </p:nvSpPr>
        <p:spPr>
          <a:xfrm>
            <a:off x="825500" y="2514600"/>
            <a:ext cx="9906000" cy="787400"/>
          </a:xfrm>
          <a:prstGeom prst="rect">
            <a:avLst/>
          </a:prstGeom>
          <a:noFill/>
          <a:ln/>
        </p:spPr>
        <p:txBody>
          <a:bodyPr wrap="square" lIns="0" tIns="0" rIns="0" bIns="0" rtlCol="0" anchor="ctr"/>
          <a:lstStyle/>
          <a:p>
            <a:pPr marL="0" indent="0" algn="l">
              <a:buNone/>
            </a:pPr>
            <a:r>
              <a:rPr lang="en-US" sz="4000" b="1" dirty="0">
                <a:solidFill>
                  <a:srgbClr val="FFFFFF"/>
                </a:solidFill>
                <a:latin typeface="Calibri" pitchFamily="34" charset="0"/>
                <a:cs typeface="Calibri" pitchFamily="34" charset="-120"/>
              </a:rPr>
              <a:t>Rolled Equity in the RadX Platform</a:t>
            </a:r>
          </a:p>
        </p:txBody>
      </p:sp>
      <p:sp>
        <p:nvSpPr>
          <p:cNvPr id="8" name="Text 6"/>
          <p:cNvSpPr/>
          <p:nvPr/>
        </p:nvSpPr>
        <p:spPr>
          <a:xfrm>
            <a:off x="825500" y="3975100"/>
            <a:ext cx="5943600" cy="25400"/>
          </a:xfrm>
          <a:prstGeom prst="rect">
            <a:avLst/>
          </a:prstGeom>
          <a:solidFill>
            <a:srgbClr val="825B90"/>
          </a:solidFill>
          <a:ln>
            <a:noFill/>
          </a:ln>
        </p:spPr>
        <p:txBody>
          <a:bodyPr wrap="square" lIns="0" tIns="0" rIns="0" bIns="0" rtlCol="0" anchor="ctr"/>
          <a:lstStyle/>
          <a:p>
            <a:pPr marL="0" indent="0">
              <a:buNone/>
            </a:pPr>
            <a:endParaRPr lang="en-US" sz="1400" dirty="0"/>
          </a:p>
        </p:txBody>
      </p:sp>
      <p:sp>
        <p:nvSpPr>
          <p:cNvPr id="18" name="Text 16"/>
          <p:cNvSpPr/>
          <p:nvPr/>
        </p:nvSpPr>
        <p:spPr>
          <a:xfrm>
            <a:off x="635000" y="6400800"/>
            <a:ext cx="7620000" cy="279400"/>
          </a:xfrm>
          <a:prstGeom prst="rect">
            <a:avLst/>
          </a:prstGeom>
          <a:noFill/>
          <a:ln/>
        </p:spPr>
        <p:txBody>
          <a:bodyPr wrap="square" lIns="0" tIns="0" rIns="0" bIns="0" rtlCol="0" anchor="ctr"/>
          <a:lstStyle/>
          <a:p>
            <a:pPr marL="0" indent="0" algn="l">
              <a:buNone/>
            </a:pPr>
            <a:r>
              <a:rPr lang="en-US" sz="900" dirty="0">
                <a:solidFill>
                  <a:srgbClr val="B7C4E8"/>
                </a:solidFill>
                <a:latin typeface="Calibri" pitchFamily="34" charset="0"/>
                <a:cs typeface="Calibri" pitchFamily="34" charset="-120"/>
              </a:rPr>
              <a:t>Presentation Does Not Constitute a Binding Offer - Figures Subject to Confirmatory Due Diligence</a:t>
            </a:r>
          </a:p>
        </p:txBody>
      </p:sp>
    </p:spTree>
    <p:extLst>
      <p:ext uri="{BB962C8B-B14F-4D97-AF65-F5344CB8AC3E}">
        <p14:creationId xmlns:p14="http://schemas.microsoft.com/office/powerpoint/2010/main" val="13803423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10180015" y="347472"/>
            <a:ext cx="1371600" cy="274320"/>
          </a:xfrm>
          <a:prstGeom prst="rect">
            <a:avLst/>
          </a:prstGeom>
          <a:noFill/>
          <a:ln/>
        </p:spPr>
        <p:txBody>
          <a:bodyPr wrap="square" lIns="0" tIns="0" rIns="0" bIns="0" rtlCol="0" anchor="ctr"/>
          <a:lstStyle/>
          <a:p>
            <a:pPr marL="0" indent="0" algn="r">
              <a:buNone/>
            </a:pPr>
            <a:r>
              <a:rPr lang="en-US" sz="1500" b="1" dirty="0">
                <a:solidFill>
                  <a:srgbClr val="201243"/>
                </a:solidFill>
                <a:latin typeface="Calibri" pitchFamily="34" charset="0"/>
                <a:ea typeface="Calibri" pitchFamily="34" charset="-122"/>
                <a:cs typeface="Calibri" pitchFamily="34" charset="-120"/>
              </a:rPr>
              <a:t>RadX</a:t>
            </a:r>
            <a:endParaRPr lang="en-US" sz="1500" dirty="0"/>
          </a:p>
        </p:txBody>
      </p:sp>
      <p:sp>
        <p:nvSpPr>
          <p:cNvPr id="3" name="Text 1"/>
          <p:cNvSpPr/>
          <p:nvPr/>
        </p:nvSpPr>
        <p:spPr>
          <a:xfrm>
            <a:off x="640080" y="347472"/>
            <a:ext cx="9326880" cy="457200"/>
          </a:xfrm>
          <a:prstGeom prst="rect">
            <a:avLst/>
          </a:prstGeom>
          <a:noFill/>
          <a:ln/>
        </p:spPr>
        <p:txBody>
          <a:bodyPr wrap="square" lIns="0" tIns="0" rIns="0" bIns="0" rtlCol="0" anchor="ctr"/>
          <a:lstStyle/>
          <a:p>
            <a:pPr marL="0" indent="0">
              <a:buNone/>
            </a:pPr>
            <a:r>
              <a:rPr lang="en-US" sz="2700" b="1" dirty="0">
                <a:solidFill>
                  <a:srgbClr val="201243"/>
                </a:solidFill>
                <a:latin typeface="Calibri" pitchFamily="34" charset="0"/>
                <a:ea typeface="Calibri" pitchFamily="34" charset="-122"/>
                <a:cs typeface="Calibri" pitchFamily="34" charset="-120"/>
              </a:rPr>
              <a:t>Overview of Rolled Equity in the RadX Platform</a:t>
            </a:r>
            <a:endParaRPr lang="en-US" sz="2700" dirty="0"/>
          </a:p>
        </p:txBody>
      </p:sp>
      <p:sp>
        <p:nvSpPr>
          <p:cNvPr id="4" name="Text 2"/>
          <p:cNvSpPr/>
          <p:nvPr/>
        </p:nvSpPr>
        <p:spPr>
          <a:xfrm>
            <a:off x="640080" y="841248"/>
            <a:ext cx="10515600" cy="292608"/>
          </a:xfrm>
          <a:prstGeom prst="rect">
            <a:avLst/>
          </a:prstGeom>
          <a:noFill/>
          <a:ln/>
        </p:spPr>
        <p:txBody>
          <a:bodyPr wrap="square" lIns="0" tIns="0" rIns="0" bIns="0" rtlCol="0" anchor="ctr"/>
          <a:lstStyle/>
          <a:p>
            <a:pPr marL="0" indent="0">
              <a:buNone/>
            </a:pPr>
            <a:r>
              <a:rPr lang="en-US" sz="1300" i="1" dirty="0">
                <a:solidFill>
                  <a:srgbClr val="837D94"/>
                </a:solidFill>
                <a:latin typeface="Calibri" pitchFamily="34" charset="0"/>
                <a:ea typeface="Calibri" pitchFamily="34" charset="-122"/>
                <a:cs typeface="Calibri" pitchFamily="34" charset="-120"/>
              </a:rPr>
              <a:t>Rolled equity is valued at platform multiples, not single-practice multiples</a:t>
            </a:r>
            <a:endParaRPr lang="en-US" sz="1300" dirty="0"/>
          </a:p>
        </p:txBody>
      </p:sp>
      <p:sp>
        <p:nvSpPr>
          <p:cNvPr id="5" name="Shape 3"/>
          <p:cNvSpPr/>
          <p:nvPr/>
        </p:nvSpPr>
        <p:spPr>
          <a:xfrm>
            <a:off x="640080" y="1207008"/>
            <a:ext cx="10911535" cy="18288"/>
          </a:xfrm>
          <a:prstGeom prst="rect">
            <a:avLst/>
          </a:prstGeom>
          <a:solidFill>
            <a:srgbClr val="201243"/>
          </a:solidFill>
          <a:ln/>
        </p:spPr>
        <p:txBody>
          <a:bodyPr/>
          <a:lstStyle/>
          <a:p>
            <a:endParaRPr lang="en-US"/>
          </a:p>
        </p:txBody>
      </p:sp>
      <p:sp>
        <p:nvSpPr>
          <p:cNvPr id="6" name="Text 4"/>
          <p:cNvSpPr/>
          <p:nvPr/>
        </p:nvSpPr>
        <p:spPr>
          <a:xfrm>
            <a:off x="640080" y="1536192"/>
            <a:ext cx="10911535" cy="777240"/>
          </a:xfrm>
          <a:prstGeom prst="rect">
            <a:avLst/>
          </a:prstGeom>
          <a:noFill/>
          <a:ln/>
        </p:spPr>
        <p:txBody>
          <a:bodyPr wrap="square" lIns="0" tIns="0" rIns="0" bIns="0" rtlCol="0" anchor="t"/>
          <a:lstStyle/>
          <a:p>
            <a:pPr marL="0" indent="0">
              <a:lnSpc>
                <a:spcPts val="1700"/>
              </a:lnSpc>
              <a:buNone/>
            </a:pPr>
            <a:r>
              <a:rPr lang="en-US" sz="1250" b="1" dirty="0">
                <a:solidFill>
                  <a:srgbClr val="201243"/>
                </a:solidFill>
                <a:latin typeface="Calibri" pitchFamily="34" charset="0"/>
                <a:ea typeface="Calibri" pitchFamily="34" charset="-122"/>
                <a:cs typeface="Calibri" pitchFamily="34" charset="-120"/>
              </a:rPr>
              <a:t>A single practice and a scaled platform are valued very differently. </a:t>
            </a:r>
            <a:r>
              <a:rPr lang="en-US" sz="1250" dirty="0">
                <a:solidFill>
                  <a:srgbClr val="3B3350"/>
                </a:solidFill>
                <a:latin typeface="Calibri" pitchFamily="34" charset="0"/>
                <a:ea typeface="Calibri" pitchFamily="34" charset="-122"/>
                <a:cs typeface="Calibri" pitchFamily="34" charset="-120"/>
              </a:rPr>
              <a:t>Rollover equity in the </a:t>
            </a:r>
            <a:r>
              <a:rPr lang="en-US" sz="1250" dirty="0" err="1">
                <a:solidFill>
                  <a:srgbClr val="3B3350"/>
                </a:solidFill>
                <a:latin typeface="Calibri" pitchFamily="34" charset="0"/>
                <a:ea typeface="Calibri" pitchFamily="34" charset="-122"/>
                <a:cs typeface="Calibri" pitchFamily="34" charset="-120"/>
              </a:rPr>
              <a:t>RadX</a:t>
            </a:r>
            <a:r>
              <a:rPr lang="en-US" sz="1250" dirty="0">
                <a:solidFill>
                  <a:srgbClr val="3B3350"/>
                </a:solidFill>
                <a:latin typeface="Calibri" pitchFamily="34" charset="0"/>
                <a:ea typeface="Calibri" pitchFamily="34" charset="-122"/>
                <a:cs typeface="Calibri" pitchFamily="34" charset="-120"/>
              </a:rPr>
              <a:t> platform enables the seller to benefit from the difference in valuation</a:t>
            </a:r>
            <a:endParaRPr lang="en-US" sz="1250" dirty="0"/>
          </a:p>
        </p:txBody>
      </p:sp>
      <p:sp>
        <p:nvSpPr>
          <p:cNvPr id="9" name="Text 7"/>
          <p:cNvSpPr/>
          <p:nvPr/>
        </p:nvSpPr>
        <p:spPr>
          <a:xfrm>
            <a:off x="1479550" y="5203899"/>
            <a:ext cx="2148840" cy="548640"/>
          </a:xfrm>
          <a:prstGeom prst="rect">
            <a:avLst/>
          </a:prstGeom>
          <a:noFill/>
          <a:ln/>
        </p:spPr>
        <p:txBody>
          <a:bodyPr wrap="square" lIns="0" tIns="0" rIns="0" bIns="0" rtlCol="0" anchor="ctr"/>
          <a:lstStyle/>
          <a:p>
            <a:pPr marL="0" indent="0" algn="ctr">
              <a:lnSpc>
                <a:spcPts val="1300"/>
              </a:lnSpc>
              <a:buNone/>
            </a:pPr>
            <a:r>
              <a:rPr lang="en-US" sz="1050" dirty="0">
                <a:solidFill>
                  <a:srgbClr val="1F1142"/>
                </a:solidFill>
                <a:latin typeface="Calibri" pitchFamily="34" charset="0"/>
                <a:ea typeface="Calibri" pitchFamily="34" charset="-122"/>
                <a:cs typeface="Calibri" pitchFamily="34" charset="-120"/>
              </a:rPr>
              <a:t>[INSERT SELLER COMPANY NAME]</a:t>
            </a:r>
            <a:endParaRPr lang="en-US" sz="1050" dirty="0"/>
          </a:p>
        </p:txBody>
      </p:sp>
      <p:sp>
        <p:nvSpPr>
          <p:cNvPr id="15" name="Text 13"/>
          <p:cNvSpPr/>
          <p:nvPr/>
        </p:nvSpPr>
        <p:spPr>
          <a:xfrm>
            <a:off x="4832350" y="5203899"/>
            <a:ext cx="2148840" cy="548640"/>
          </a:xfrm>
          <a:prstGeom prst="rect">
            <a:avLst/>
          </a:prstGeom>
          <a:noFill/>
          <a:ln/>
        </p:spPr>
        <p:txBody>
          <a:bodyPr wrap="square" lIns="0" tIns="0" rIns="0" bIns="0" rtlCol="0" anchor="ctr"/>
          <a:lstStyle/>
          <a:p>
            <a:pPr marL="0" indent="0" algn="ctr">
              <a:lnSpc>
                <a:spcPts val="1300"/>
              </a:lnSpc>
              <a:buNone/>
            </a:pPr>
            <a:r>
              <a:rPr lang="en-US" sz="1050" dirty="0">
                <a:solidFill>
                  <a:srgbClr val="1F1142"/>
                </a:solidFill>
                <a:latin typeface="Calibri" pitchFamily="34" charset="0"/>
                <a:ea typeface="Calibri" pitchFamily="34" charset="-122"/>
                <a:cs typeface="Calibri" pitchFamily="34" charset="-120"/>
              </a:rPr>
              <a:t>Scaled Platform</a:t>
            </a:r>
            <a:endParaRPr lang="en-US" sz="1050" dirty="0"/>
          </a:p>
          <a:p>
            <a:pPr marL="0" indent="0" algn="ctr">
              <a:lnSpc>
                <a:spcPts val="1300"/>
              </a:lnSpc>
              <a:buNone/>
            </a:pPr>
            <a:r>
              <a:rPr lang="en-US" sz="1050" dirty="0">
                <a:solidFill>
                  <a:srgbClr val="1F1142"/>
                </a:solidFill>
                <a:latin typeface="Calibri" pitchFamily="34" charset="0"/>
                <a:ea typeface="Calibri" pitchFamily="34" charset="-122"/>
                <a:cs typeface="Calibri" pitchFamily="34" charset="-120"/>
              </a:rPr>
              <a:t>Valuation</a:t>
            </a:r>
            <a:endParaRPr lang="en-US" sz="1050" dirty="0"/>
          </a:p>
        </p:txBody>
      </p:sp>
      <p:sp>
        <p:nvSpPr>
          <p:cNvPr id="16" name="Shape 14"/>
          <p:cNvSpPr/>
          <p:nvPr/>
        </p:nvSpPr>
        <p:spPr>
          <a:xfrm>
            <a:off x="914400" y="5094171"/>
            <a:ext cx="6400800" cy="13716"/>
          </a:xfrm>
          <a:prstGeom prst="rect">
            <a:avLst/>
          </a:prstGeom>
          <a:solidFill>
            <a:srgbClr val="D7D3DE"/>
          </a:solidFill>
          <a:ln/>
        </p:spPr>
        <p:txBody>
          <a:bodyPr/>
          <a:lstStyle/>
          <a:p>
            <a:endParaRPr lang="en-US"/>
          </a:p>
        </p:txBody>
      </p:sp>
      <p:sp>
        <p:nvSpPr>
          <p:cNvPr id="17" name="Text 15"/>
          <p:cNvSpPr/>
          <p:nvPr/>
        </p:nvSpPr>
        <p:spPr>
          <a:xfrm>
            <a:off x="914400" y="2331720"/>
            <a:ext cx="2011680" cy="228600"/>
          </a:xfrm>
          <a:prstGeom prst="rect">
            <a:avLst/>
          </a:prstGeom>
          <a:noFill/>
          <a:ln/>
        </p:spPr>
        <p:txBody>
          <a:bodyPr wrap="square" lIns="0" tIns="0" rIns="0" bIns="0" rtlCol="0" anchor="ctr"/>
          <a:lstStyle/>
          <a:p>
            <a:pPr marL="0" indent="0">
              <a:buNone/>
            </a:pPr>
            <a:r>
              <a:rPr lang="en-US" sz="950" i="1" dirty="0">
                <a:solidFill>
                  <a:srgbClr val="837D94"/>
                </a:solidFill>
                <a:latin typeface="Calibri" pitchFamily="34" charset="0"/>
                <a:ea typeface="Calibri" pitchFamily="34" charset="-122"/>
                <a:cs typeface="Calibri" pitchFamily="34" charset="-120"/>
              </a:rPr>
              <a:t>EV / EBITDA multiple</a:t>
            </a:r>
            <a:endParaRPr lang="en-US" sz="950" dirty="0"/>
          </a:p>
        </p:txBody>
      </p:sp>
      <p:sp>
        <p:nvSpPr>
          <p:cNvPr id="18" name="Shape 16"/>
          <p:cNvSpPr/>
          <p:nvPr/>
        </p:nvSpPr>
        <p:spPr>
          <a:xfrm>
            <a:off x="7863840" y="2468880"/>
            <a:ext cx="3687775" cy="2555507"/>
          </a:xfrm>
          <a:prstGeom prst="roundRect">
            <a:avLst>
              <a:gd name="adj" fmla="val 1714"/>
            </a:avLst>
          </a:prstGeom>
          <a:solidFill>
            <a:srgbClr val="F3F6FC"/>
          </a:solidFill>
          <a:ln w="12700">
            <a:solidFill>
              <a:srgbClr val="E3E0EA"/>
            </a:solidFill>
            <a:prstDash val="solid"/>
          </a:ln>
        </p:spPr>
        <p:txBody>
          <a:bodyPr/>
          <a:lstStyle/>
          <a:p>
            <a:endParaRPr lang="en-US"/>
          </a:p>
        </p:txBody>
      </p:sp>
      <p:sp>
        <p:nvSpPr>
          <p:cNvPr id="19" name="Text 17"/>
          <p:cNvSpPr/>
          <p:nvPr/>
        </p:nvSpPr>
        <p:spPr>
          <a:xfrm>
            <a:off x="8138160" y="2651760"/>
            <a:ext cx="3108960" cy="292608"/>
          </a:xfrm>
          <a:prstGeom prst="rect">
            <a:avLst/>
          </a:prstGeom>
          <a:noFill/>
          <a:ln/>
        </p:spPr>
        <p:txBody>
          <a:bodyPr wrap="square" lIns="0" tIns="0" rIns="0" bIns="0" rtlCol="0" anchor="ctr"/>
          <a:lstStyle/>
          <a:p>
            <a:pPr marL="0" indent="0">
              <a:buNone/>
            </a:pPr>
            <a:r>
              <a:rPr lang="en-US" sz="1400" b="1" dirty="0">
                <a:solidFill>
                  <a:srgbClr val="201243"/>
                </a:solidFill>
                <a:latin typeface="Calibri" pitchFamily="34" charset="0"/>
                <a:ea typeface="Calibri" pitchFamily="34" charset="-122"/>
                <a:cs typeface="Calibri" pitchFamily="34" charset="-120"/>
              </a:rPr>
              <a:t>Benefits of Participation in </a:t>
            </a:r>
            <a:r>
              <a:rPr lang="en-US" sz="1400" b="1" dirty="0" err="1">
                <a:solidFill>
                  <a:srgbClr val="201243"/>
                </a:solidFill>
                <a:latin typeface="Calibri" pitchFamily="34" charset="0"/>
                <a:ea typeface="Calibri" pitchFamily="34" charset="-122"/>
                <a:cs typeface="Calibri" pitchFamily="34" charset="-120"/>
              </a:rPr>
              <a:t>RadX’s</a:t>
            </a:r>
            <a:r>
              <a:rPr lang="en-US" sz="1400" b="1" dirty="0">
                <a:solidFill>
                  <a:srgbClr val="201243"/>
                </a:solidFill>
                <a:latin typeface="Calibri" pitchFamily="34" charset="0"/>
                <a:ea typeface="Calibri" pitchFamily="34" charset="-122"/>
                <a:cs typeface="Calibri" pitchFamily="34" charset="-120"/>
              </a:rPr>
              <a:t> Growth</a:t>
            </a:r>
            <a:endParaRPr lang="en-US" sz="1400" dirty="0"/>
          </a:p>
        </p:txBody>
      </p:sp>
      <p:sp>
        <p:nvSpPr>
          <p:cNvPr id="20" name="Text 18"/>
          <p:cNvSpPr/>
          <p:nvPr/>
        </p:nvSpPr>
        <p:spPr>
          <a:xfrm>
            <a:off x="8183880" y="3172968"/>
            <a:ext cx="3093415" cy="1545336"/>
          </a:xfrm>
          <a:prstGeom prst="rect">
            <a:avLst/>
          </a:prstGeom>
          <a:noFill/>
          <a:ln/>
        </p:spPr>
        <p:txBody>
          <a:bodyPr wrap="square" lIns="0" tIns="0" rIns="0" bIns="0" rtlCol="0" anchor="t"/>
          <a:lstStyle/>
          <a:p>
            <a:pPr marL="342900" indent="-342900">
              <a:lnSpc>
                <a:spcPts val="1350"/>
              </a:lnSpc>
              <a:spcAft>
                <a:spcPts val="900"/>
              </a:spcAft>
              <a:buSzPct val="100000"/>
              <a:buChar char="•"/>
            </a:pPr>
            <a:r>
              <a:rPr lang="en-US" sz="1150" dirty="0">
                <a:solidFill>
                  <a:srgbClr val="3B3350"/>
                </a:solidFill>
                <a:latin typeface="Calibri" pitchFamily="34" charset="0"/>
                <a:ea typeface="Calibri" pitchFamily="34" charset="-122"/>
                <a:cs typeface="Calibri" pitchFamily="34" charset="-120"/>
              </a:rPr>
              <a:t>Meaningful cash at close, whatever you elect to roll</a:t>
            </a:r>
            <a:endParaRPr lang="en-US" sz="1150" dirty="0"/>
          </a:p>
          <a:p>
            <a:pPr marL="342900" indent="-342900">
              <a:lnSpc>
                <a:spcPts val="1350"/>
              </a:lnSpc>
              <a:spcAft>
                <a:spcPts val="900"/>
              </a:spcAft>
              <a:buSzPct val="100000"/>
              <a:buChar char="•"/>
            </a:pPr>
            <a:r>
              <a:rPr lang="en-US" sz="1150" dirty="0">
                <a:solidFill>
                  <a:srgbClr val="3B3350"/>
                </a:solidFill>
                <a:latin typeface="Calibri" pitchFamily="34" charset="0"/>
                <a:ea typeface="Calibri" pitchFamily="34" charset="-122"/>
                <a:cs typeface="Calibri" pitchFamily="34" charset="-120"/>
              </a:rPr>
              <a:t>Same security and priority as founder and institutional capital</a:t>
            </a:r>
            <a:endParaRPr lang="en-US" sz="1150" dirty="0"/>
          </a:p>
          <a:p>
            <a:pPr marL="342900" indent="-342900">
              <a:lnSpc>
                <a:spcPts val="1350"/>
              </a:lnSpc>
              <a:spcAft>
                <a:spcPts val="900"/>
              </a:spcAft>
              <a:buSzPct val="100000"/>
              <a:buChar char="•"/>
            </a:pPr>
            <a:r>
              <a:rPr lang="en-US" sz="1150" dirty="0">
                <a:solidFill>
                  <a:srgbClr val="3B3350"/>
                </a:solidFill>
                <a:latin typeface="Calibri" pitchFamily="34" charset="0"/>
                <a:ea typeface="Calibri" pitchFamily="34" charset="-122"/>
                <a:cs typeface="Calibri" pitchFamily="34" charset="-120"/>
              </a:rPr>
              <a:t>Upside from EBITDA growth and from the platform multiple at exit</a:t>
            </a:r>
            <a:endParaRPr lang="en-US" sz="1150" dirty="0"/>
          </a:p>
        </p:txBody>
      </p:sp>
      <p:sp>
        <p:nvSpPr>
          <p:cNvPr id="21" name="Text 19"/>
          <p:cNvSpPr/>
          <p:nvPr/>
        </p:nvSpPr>
        <p:spPr>
          <a:xfrm>
            <a:off x="635000" y="6032500"/>
            <a:ext cx="10909300" cy="368300"/>
          </a:xfrm>
          <a:prstGeom prst="rect">
            <a:avLst/>
          </a:prstGeom>
          <a:noFill/>
          <a:ln/>
        </p:spPr>
        <p:txBody>
          <a:bodyPr wrap="square" lIns="0" tIns="0" rIns="0" bIns="0" rtlCol="0" anchor="t" anchorCtr="0">
            <a:noAutofit/>
          </a:bodyPr>
          <a:lstStyle/>
          <a:p>
            <a:pPr marL="0" indent="0">
              <a:buNone/>
            </a:pPr>
            <a:r>
              <a:rPr lang="en-US" sz="900" i="1" dirty="0">
                <a:solidFill>
                  <a:srgbClr val="837D94"/>
                </a:solidFill>
                <a:latin typeface="Calibri" pitchFamily="34" charset="0"/>
                <a:ea typeface="Calibri" pitchFamily="34" charset="-122"/>
                <a:cs typeface="Calibri" pitchFamily="34" charset="-120"/>
              </a:rPr>
              <a:t>Note: Multiple ranges are illustrative and based on observed public and private comparables for scaled outpatient imaging platforms. No particular exit valuation is assured.</a:t>
            </a:r>
            <a:endParaRPr lang="en-US" sz="900" dirty="0"/>
          </a:p>
        </p:txBody>
      </p:sp>
      <p:sp>
        <p:nvSpPr>
          <p:cNvPr id="22" name="Text 20"/>
          <p:cNvSpPr/>
          <p:nvPr/>
        </p:nvSpPr>
        <p:spPr>
          <a:xfrm>
            <a:off x="640080" y="6400800"/>
            <a:ext cx="3657600" cy="228600"/>
          </a:xfrm>
          <a:prstGeom prst="rect">
            <a:avLst/>
          </a:prstGeom>
          <a:noFill/>
          <a:ln/>
        </p:spPr>
        <p:txBody>
          <a:bodyPr wrap="square" lIns="0" tIns="0" rIns="0" bIns="0" rtlCol="0" anchor="ctr"/>
          <a:lstStyle/>
          <a:p>
            <a:pPr marL="0" indent="0">
              <a:buNone/>
            </a:pPr>
            <a:r>
              <a:rPr lang="en-US" sz="900" dirty="0">
                <a:solidFill>
                  <a:srgbClr val="837D94"/>
                </a:solidFill>
                <a:latin typeface="Calibri" pitchFamily="34" charset="0"/>
                <a:ea typeface="Calibri" pitchFamily="34" charset="-122"/>
                <a:cs typeface="Calibri" pitchFamily="34" charset="-120"/>
              </a:rPr>
              <a:t>RadX inc.  ·  Confidential</a:t>
            </a:r>
            <a:endParaRPr lang="en-US" sz="900" dirty="0"/>
          </a:p>
        </p:txBody>
      </p:sp>
      <p:sp>
        <p:nvSpPr>
          <p:cNvPr id="23" name="Text 21"/>
          <p:cNvSpPr/>
          <p:nvPr/>
        </p:nvSpPr>
        <p:spPr>
          <a:xfrm>
            <a:off x="4206240" y="6400800"/>
            <a:ext cx="6583680" cy="228600"/>
          </a:xfrm>
          <a:prstGeom prst="rect">
            <a:avLst/>
          </a:prstGeom>
          <a:noFill/>
          <a:ln/>
        </p:spPr>
        <p:txBody>
          <a:bodyPr wrap="square" lIns="0" tIns="0" rIns="0" bIns="0" rtlCol="0" anchor="ctr"/>
          <a:lstStyle/>
          <a:p>
            <a:pPr marL="0" indent="0" algn="ctr">
              <a:buNone/>
            </a:pPr>
            <a:r>
              <a:rPr lang="en-US" sz="900" dirty="0">
                <a:solidFill>
                  <a:srgbClr val="B03A3A"/>
                </a:solidFill>
                <a:latin typeface="Calibri" pitchFamily="34" charset="0"/>
                <a:ea typeface="Calibri" pitchFamily="34" charset="-122"/>
                <a:cs typeface="Calibri" pitchFamily="34" charset="-120"/>
              </a:rPr>
              <a:t>Presentation Does Not Constitute a Binding Offer - Figures Subject to Confirmatory Due Diligence</a:t>
            </a:r>
            <a:endParaRPr lang="en-US" sz="900" dirty="0"/>
          </a:p>
        </p:txBody>
      </p:sp>
      <p:sp>
        <p:nvSpPr>
          <p:cNvPr id="24" name="Text 22"/>
          <p:cNvSpPr/>
          <p:nvPr/>
        </p:nvSpPr>
        <p:spPr>
          <a:xfrm>
            <a:off x="11002975" y="6400800"/>
            <a:ext cx="548640" cy="228600"/>
          </a:xfrm>
          <a:prstGeom prst="rect">
            <a:avLst/>
          </a:prstGeom>
          <a:noFill/>
          <a:ln/>
        </p:spPr>
        <p:txBody>
          <a:bodyPr wrap="square" lIns="0" tIns="0" rIns="0" bIns="0" rtlCol="0" anchor="ctr"/>
          <a:lstStyle/>
          <a:p>
            <a:pPr marL="0" indent="0" algn="r">
              <a:buNone/>
            </a:pPr>
            <a:r>
              <a:rPr lang="en-US" sz="1000" b="1" dirty="0">
                <a:solidFill>
                  <a:srgbClr val="201243"/>
                </a:solidFill>
                <a:latin typeface="Calibri" pitchFamily="34" charset="0"/>
                <a:ea typeface="Calibri" pitchFamily="34" charset="-122"/>
                <a:cs typeface="Calibri" pitchFamily="34" charset="-120"/>
              </a:rPr>
              <a:t>10</a:t>
            </a:r>
            <a:endParaRPr lang="en-US" sz="1000" dirty="0"/>
          </a:p>
        </p:txBody>
      </p:sp>
      <p:graphicFrame>
        <p:nvGraphicFramePr>
          <p:cNvPr id="90" name="Valuation Chart"/>
          <p:cNvGraphicFramePr/>
          <p:nvPr/>
        </p:nvGraphicFramePr>
        <p:xfrm>
          <a:off x="749300" y="2297631"/>
          <a:ext cx="6959600" cy="2921000"/>
        </p:xfrm>
        <a:graphic>
          <a:graphicData uri="http://schemas.openxmlformats.org/drawingml/2006/chart">
            <c:chart xmlns:c="http://schemas.openxmlformats.org/drawingml/2006/chart" xmlns:r="http://schemas.openxmlformats.org/officeDocument/2006/relationships" r:id="rId3"/>
          </a:graphicData>
        </a:graphic>
      </p:graphicFrame>
      <p:cxnSp>
        <p:nvCxnSpPr>
          <p:cNvPr id="11" name="Straight Arrow Connector 10">
            <a:extLst>
              <a:ext uri="{FF2B5EF4-FFF2-40B4-BE49-F238E27FC236}">
                <a16:creationId xmlns:a16="http://schemas.microsoft.com/office/drawing/2014/main" id="{08866E7C-348B-E0AC-067E-B5C73F22584F}"/>
              </a:ext>
            </a:extLst>
          </p:cNvPr>
          <p:cNvCxnSpPr>
            <a:cxnSpLocks/>
          </p:cNvCxnSpPr>
          <p:nvPr/>
        </p:nvCxnSpPr>
        <p:spPr>
          <a:xfrm flipV="1">
            <a:off x="2531444" y="2297631"/>
            <a:ext cx="3214838" cy="1388845"/>
          </a:xfrm>
          <a:prstGeom prst="straightConnector1">
            <a:avLst/>
          </a:prstGeom>
          <a:ln>
            <a:solidFill>
              <a:srgbClr val="825B90"/>
            </a:solidFill>
            <a:tailEnd type="triangle"/>
          </a:ln>
        </p:spPr>
        <p:style>
          <a:lnRef idx="1">
            <a:schemeClr val="accent1"/>
          </a:lnRef>
          <a:fillRef idx="0">
            <a:schemeClr val="accent1"/>
          </a:fillRef>
          <a:effectRef idx="0">
            <a:schemeClr val="accent1"/>
          </a:effectRef>
          <a:fontRef idx="minor">
            <a:schemeClr val="tx1"/>
          </a:fontRef>
        </p:style>
      </p:cxnSp>
      <p:sp>
        <p:nvSpPr>
          <p:cNvPr id="26" name="ArrowCallout">
            <a:extLst>
              <a:ext uri="{FF2B5EF4-FFF2-40B4-BE49-F238E27FC236}">
                <a16:creationId xmlns:a16="http://schemas.microsoft.com/office/drawing/2014/main" id="{3AD25A85-17A9-3FB1-0C7F-92992A0A0169}"/>
              </a:ext>
            </a:extLst>
          </p:cNvPr>
          <p:cNvSpPr txBox="1"/>
          <p:nvPr/>
        </p:nvSpPr>
        <p:spPr>
          <a:xfrm rot="20197100">
            <a:off x="2180925" y="2727025"/>
            <a:ext cx="3810000" cy="279400"/>
          </a:xfrm>
          <a:prstGeom prst="rect">
            <a:avLst/>
          </a:prstGeom>
          <a:noFill/>
          <a:ln>
            <a:noFill/>
          </a:ln>
        </p:spPr>
        <p:txBody>
          <a:bodyPr vertOverflow="overflow" vert="horz" wrap="none" lIns="0" tIns="0" rIns="0" bIns="0" rtlCol="0" anchor="ctr" anchorCtr="0">
            <a:noAutofit/>
          </a:bodyPr>
          <a:lstStyle/>
          <a:p>
            <a:pPr marL="0" indent="0" algn="ctr">
              <a:buNone/>
            </a:pPr>
            <a:r>
              <a:rPr lang="en-US" sz="1200" b="1" dirty="0">
                <a:solidFill>
                  <a:srgbClr val="201243"/>
                </a:solidFill>
                <a:latin typeface="Calibri" pitchFamily="34" charset="0"/>
                <a:ea typeface="Calibri" pitchFamily="34" charset="-122"/>
                <a:cs typeface="Calibri" pitchFamily="34" charset="-120"/>
              </a:rPr>
              <a:t>Rollover Equity Appreciation Opportunity</a:t>
            </a:r>
            <a:endParaRPr lang="en-US" sz="1200" b="1" dirty="0"/>
          </a:p>
        </p:txBody>
      </p:sp>
    </p:spTree>
    <p:extLst>
      <p:ext uri="{BB962C8B-B14F-4D97-AF65-F5344CB8AC3E}">
        <p14:creationId xmlns:p14="http://schemas.microsoft.com/office/powerpoint/2010/main" val="24900421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18F7BB-0131-AEB6-1358-86B767F747D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9C02020-3C6C-4C8B-A47C-449820248901}"/>
              </a:ext>
            </a:extLst>
          </p:cNvPr>
          <p:cNvSpPr/>
          <p:nvPr/>
        </p:nvSpPr>
        <p:spPr>
          <a:xfrm>
            <a:off x="10180015" y="347472"/>
            <a:ext cx="1371600" cy="274320"/>
          </a:xfrm>
          <a:prstGeom prst="rect">
            <a:avLst/>
          </a:prstGeom>
          <a:noFill/>
          <a:ln/>
        </p:spPr>
        <p:txBody>
          <a:bodyPr wrap="square" lIns="0" tIns="0" rIns="0" bIns="0" rtlCol="0" anchor="ctr"/>
          <a:lstStyle/>
          <a:p>
            <a:pPr marL="0" indent="0" algn="r">
              <a:buNone/>
            </a:pPr>
            <a:r>
              <a:rPr lang="en-US" sz="1500" b="1" dirty="0">
                <a:solidFill>
                  <a:srgbClr val="201243"/>
                </a:solidFill>
                <a:latin typeface="Calibri" pitchFamily="34" charset="0"/>
                <a:ea typeface="Calibri" pitchFamily="34" charset="-122"/>
                <a:cs typeface="Calibri" pitchFamily="34" charset="-120"/>
              </a:rPr>
              <a:t>RadX</a:t>
            </a:r>
            <a:endParaRPr lang="en-US" sz="1500" dirty="0"/>
          </a:p>
        </p:txBody>
      </p:sp>
      <p:sp>
        <p:nvSpPr>
          <p:cNvPr id="3" name="Text 1">
            <a:extLst>
              <a:ext uri="{FF2B5EF4-FFF2-40B4-BE49-F238E27FC236}">
                <a16:creationId xmlns:a16="http://schemas.microsoft.com/office/drawing/2014/main" id="{268B87FA-24A4-FEE9-DFE0-9F0B290409D6}"/>
              </a:ext>
            </a:extLst>
          </p:cNvPr>
          <p:cNvSpPr/>
          <p:nvPr/>
        </p:nvSpPr>
        <p:spPr>
          <a:xfrm>
            <a:off x="640080" y="347472"/>
            <a:ext cx="9326880" cy="457200"/>
          </a:xfrm>
          <a:prstGeom prst="rect">
            <a:avLst/>
          </a:prstGeom>
          <a:noFill/>
          <a:ln/>
        </p:spPr>
        <p:txBody>
          <a:bodyPr wrap="square" lIns="0" tIns="0" rIns="0" bIns="0" rtlCol="0" anchor="ctr"/>
          <a:lstStyle/>
          <a:p>
            <a:pPr marL="0" indent="0">
              <a:buNone/>
            </a:pPr>
            <a:r>
              <a:rPr lang="en-US" sz="2700" b="1" dirty="0">
                <a:solidFill>
                  <a:srgbClr val="201243"/>
                </a:solidFill>
                <a:latin typeface="Calibri" pitchFamily="34" charset="0"/>
                <a:ea typeface="Calibri" pitchFamily="34" charset="-122"/>
                <a:cs typeface="Calibri" pitchFamily="34" charset="-120"/>
              </a:rPr>
              <a:t>Illustration of Total Consideration Over Platform’s Lifecycle</a:t>
            </a:r>
            <a:endParaRPr lang="en-US" sz="2700" dirty="0"/>
          </a:p>
        </p:txBody>
      </p:sp>
      <p:sp>
        <p:nvSpPr>
          <p:cNvPr id="4" name="Text 2">
            <a:extLst>
              <a:ext uri="{FF2B5EF4-FFF2-40B4-BE49-F238E27FC236}">
                <a16:creationId xmlns:a16="http://schemas.microsoft.com/office/drawing/2014/main" id="{6859FB00-FB03-1F27-7B8F-34CE5200133D}"/>
              </a:ext>
            </a:extLst>
          </p:cNvPr>
          <p:cNvSpPr/>
          <p:nvPr/>
        </p:nvSpPr>
        <p:spPr>
          <a:xfrm>
            <a:off x="640080" y="841248"/>
            <a:ext cx="10515600" cy="292608"/>
          </a:xfrm>
          <a:prstGeom prst="rect">
            <a:avLst/>
          </a:prstGeom>
          <a:noFill/>
          <a:ln/>
        </p:spPr>
        <p:txBody>
          <a:bodyPr wrap="square" lIns="0" tIns="0" rIns="0" bIns="0" rtlCol="0" anchor="ctr"/>
          <a:lstStyle/>
          <a:p>
            <a:r>
              <a:rPr lang="en-US" sz="1300" i="1" dirty="0">
                <a:solidFill>
                  <a:srgbClr val="837D94"/>
                </a:solidFill>
                <a:latin typeface="Calibri" pitchFamily="34" charset="0"/>
                <a:ea typeface="Calibri" pitchFamily="34" charset="-122"/>
                <a:cs typeface="Calibri" pitchFamily="34" charset="-120"/>
              </a:rPr>
              <a:t>Applying the platform multiple to your rolled equity, total consideration reaches $58M upon a liquidation event</a:t>
            </a:r>
            <a:endParaRPr lang="en-US" sz="1300" dirty="0"/>
          </a:p>
        </p:txBody>
      </p:sp>
      <p:sp>
        <p:nvSpPr>
          <p:cNvPr id="5" name="Shape 3">
            <a:extLst>
              <a:ext uri="{FF2B5EF4-FFF2-40B4-BE49-F238E27FC236}">
                <a16:creationId xmlns:a16="http://schemas.microsoft.com/office/drawing/2014/main" id="{E47D882B-8EDF-6CF4-E407-5940A899E298}"/>
              </a:ext>
            </a:extLst>
          </p:cNvPr>
          <p:cNvSpPr/>
          <p:nvPr/>
        </p:nvSpPr>
        <p:spPr>
          <a:xfrm>
            <a:off x="640080" y="1207008"/>
            <a:ext cx="10911535" cy="18288"/>
          </a:xfrm>
          <a:prstGeom prst="rect">
            <a:avLst/>
          </a:prstGeom>
          <a:solidFill>
            <a:srgbClr val="201243"/>
          </a:solidFill>
          <a:ln/>
        </p:spPr>
        <p:txBody>
          <a:bodyPr/>
          <a:lstStyle/>
          <a:p>
            <a:endParaRPr lang="en-US"/>
          </a:p>
        </p:txBody>
      </p:sp>
      <p:sp>
        <p:nvSpPr>
          <p:cNvPr id="19" name="Text 17">
            <a:extLst>
              <a:ext uri="{FF2B5EF4-FFF2-40B4-BE49-F238E27FC236}">
                <a16:creationId xmlns:a16="http://schemas.microsoft.com/office/drawing/2014/main" id="{509EE2C2-A657-F14E-88C0-D7685EACAFEF}"/>
              </a:ext>
            </a:extLst>
          </p:cNvPr>
          <p:cNvSpPr/>
          <p:nvPr/>
        </p:nvSpPr>
        <p:spPr>
          <a:xfrm>
            <a:off x="635000" y="6032500"/>
            <a:ext cx="10909300" cy="368300"/>
          </a:xfrm>
          <a:prstGeom prst="rect">
            <a:avLst/>
          </a:prstGeom>
          <a:noFill/>
          <a:ln/>
        </p:spPr>
        <p:txBody>
          <a:bodyPr wrap="square" lIns="0" tIns="0" rIns="0" bIns="0" rtlCol="0" anchor="t" anchorCtr="0">
            <a:noAutofit/>
          </a:bodyPr>
          <a:lstStyle/>
          <a:p>
            <a:pPr marL="0" indent="0">
              <a:buNone/>
            </a:pPr>
            <a:r>
              <a:rPr lang="en-US" sz="900" i="1" dirty="0">
                <a:solidFill>
                  <a:srgbClr val="837D94"/>
                </a:solidFill>
                <a:latin typeface="Calibri" pitchFamily="34" charset="0"/>
                <a:ea typeface="Calibri" pitchFamily="34" charset="-122"/>
                <a:cs typeface="Calibri" pitchFamily="34" charset="-120"/>
              </a:rPr>
              <a:t>Note: Illustrative only. Total consideration of $58M assumes rolled equity grows to four times its value at close upon a platform liquidation event. Holdback / escrow released post-closing subject to customary indemnity and net working capital true-up.</a:t>
            </a:r>
            <a:endParaRPr lang="en-US" sz="900" dirty="0"/>
          </a:p>
        </p:txBody>
      </p:sp>
      <p:sp>
        <p:nvSpPr>
          <p:cNvPr id="20" name="Text 18">
            <a:extLst>
              <a:ext uri="{FF2B5EF4-FFF2-40B4-BE49-F238E27FC236}">
                <a16:creationId xmlns:a16="http://schemas.microsoft.com/office/drawing/2014/main" id="{ECC1BED7-E53E-517D-7CA0-23A8BA04A884}"/>
              </a:ext>
            </a:extLst>
          </p:cNvPr>
          <p:cNvSpPr/>
          <p:nvPr/>
        </p:nvSpPr>
        <p:spPr>
          <a:xfrm>
            <a:off x="640080" y="6400800"/>
            <a:ext cx="3657600" cy="228600"/>
          </a:xfrm>
          <a:prstGeom prst="rect">
            <a:avLst/>
          </a:prstGeom>
          <a:noFill/>
          <a:ln/>
        </p:spPr>
        <p:txBody>
          <a:bodyPr wrap="square" lIns="0" tIns="0" rIns="0" bIns="0" rtlCol="0" anchor="ctr"/>
          <a:lstStyle/>
          <a:p>
            <a:pPr marL="0" indent="0">
              <a:buNone/>
            </a:pPr>
            <a:r>
              <a:rPr lang="en-US" sz="900" dirty="0">
                <a:solidFill>
                  <a:srgbClr val="837D94"/>
                </a:solidFill>
                <a:latin typeface="Calibri" pitchFamily="34" charset="0"/>
                <a:ea typeface="Calibri" pitchFamily="34" charset="-122"/>
                <a:cs typeface="Calibri" pitchFamily="34" charset="-120"/>
              </a:rPr>
              <a:t>RadX inc.  ·  Confidential</a:t>
            </a:r>
            <a:endParaRPr lang="en-US" sz="900" dirty="0"/>
          </a:p>
        </p:txBody>
      </p:sp>
      <p:sp>
        <p:nvSpPr>
          <p:cNvPr id="21" name="Text 19">
            <a:extLst>
              <a:ext uri="{FF2B5EF4-FFF2-40B4-BE49-F238E27FC236}">
                <a16:creationId xmlns:a16="http://schemas.microsoft.com/office/drawing/2014/main" id="{1C3E353F-4950-0279-4F3D-C4DE3268F714}"/>
              </a:ext>
            </a:extLst>
          </p:cNvPr>
          <p:cNvSpPr/>
          <p:nvPr/>
        </p:nvSpPr>
        <p:spPr>
          <a:xfrm>
            <a:off x="4206240" y="6400800"/>
            <a:ext cx="6583680" cy="228600"/>
          </a:xfrm>
          <a:prstGeom prst="rect">
            <a:avLst/>
          </a:prstGeom>
          <a:noFill/>
          <a:ln/>
        </p:spPr>
        <p:txBody>
          <a:bodyPr wrap="square" lIns="0" tIns="0" rIns="0" bIns="0" rtlCol="0" anchor="ctr"/>
          <a:lstStyle/>
          <a:p>
            <a:pPr marL="0" indent="0" algn="ctr">
              <a:buNone/>
            </a:pPr>
            <a:r>
              <a:rPr lang="en-US" sz="900" dirty="0">
                <a:solidFill>
                  <a:srgbClr val="B03A3A"/>
                </a:solidFill>
                <a:latin typeface="Calibri" pitchFamily="34" charset="0"/>
                <a:ea typeface="Calibri" pitchFamily="34" charset="-122"/>
                <a:cs typeface="Calibri" pitchFamily="34" charset="-120"/>
              </a:rPr>
              <a:t>Presentation Does Not Constitute a Binding Offer - Figures Subject to Confirmatory Due Diligence</a:t>
            </a:r>
            <a:endParaRPr lang="en-US" sz="900" dirty="0"/>
          </a:p>
        </p:txBody>
      </p:sp>
      <p:sp>
        <p:nvSpPr>
          <p:cNvPr id="22" name="Text 20">
            <a:extLst>
              <a:ext uri="{FF2B5EF4-FFF2-40B4-BE49-F238E27FC236}">
                <a16:creationId xmlns:a16="http://schemas.microsoft.com/office/drawing/2014/main" id="{682F6CAA-108A-8DFF-1044-DFA1E50F0CDB}"/>
              </a:ext>
            </a:extLst>
          </p:cNvPr>
          <p:cNvSpPr/>
          <p:nvPr/>
        </p:nvSpPr>
        <p:spPr>
          <a:xfrm>
            <a:off x="11002975" y="6400800"/>
            <a:ext cx="548640" cy="228600"/>
          </a:xfrm>
          <a:prstGeom prst="rect">
            <a:avLst/>
          </a:prstGeom>
          <a:noFill/>
          <a:ln/>
        </p:spPr>
        <p:txBody>
          <a:bodyPr wrap="square" lIns="0" tIns="0" rIns="0" bIns="0" rtlCol="0" anchor="ctr"/>
          <a:lstStyle/>
          <a:p>
            <a:pPr marL="0" indent="0" algn="r">
              <a:buNone/>
            </a:pPr>
            <a:r>
              <a:rPr lang="en-US" sz="1000" b="1" dirty="0">
                <a:solidFill>
                  <a:srgbClr val="201243"/>
                </a:solidFill>
                <a:latin typeface="Calibri" pitchFamily="34" charset="0"/>
                <a:ea typeface="Calibri" pitchFamily="34" charset="-122"/>
                <a:cs typeface="Calibri" pitchFamily="34" charset="-120"/>
              </a:rPr>
              <a:t>11</a:t>
            </a:r>
            <a:endParaRPr lang="en-US" sz="1000" dirty="0"/>
          </a:p>
        </p:txBody>
      </p:sp>
      <p:graphicFrame>
        <p:nvGraphicFramePr>
          <p:cNvPr id="92" name="Consideration Chart">
            <a:extLst>
              <a:ext uri="{FF2B5EF4-FFF2-40B4-BE49-F238E27FC236}">
                <a16:creationId xmlns:a16="http://schemas.microsoft.com/office/drawing/2014/main" id="{9AB70388-0A8A-6427-5206-42FBB5534D54}"/>
              </a:ext>
            </a:extLst>
          </p:cNvPr>
          <p:cNvGraphicFramePr/>
          <p:nvPr/>
        </p:nvGraphicFramePr>
        <p:xfrm>
          <a:off x="1295400" y="2067326"/>
          <a:ext cx="9601200" cy="3234055"/>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5">
            <a:extLst>
              <a:ext uri="{FF2B5EF4-FFF2-40B4-BE49-F238E27FC236}">
                <a16:creationId xmlns:a16="http://schemas.microsoft.com/office/drawing/2014/main" id="{BB9C93D6-1A46-2B50-DE53-FCD7CA0D8306}"/>
              </a:ext>
            </a:extLst>
          </p:cNvPr>
          <p:cNvSpPr/>
          <p:nvPr/>
        </p:nvSpPr>
        <p:spPr>
          <a:xfrm>
            <a:off x="1664278" y="4234581"/>
            <a:ext cx="1662545" cy="548640"/>
          </a:xfrm>
          <a:prstGeom prst="rect">
            <a:avLst/>
          </a:prstGeom>
          <a:noFill/>
          <a:ln/>
        </p:spPr>
        <p:txBody>
          <a:bodyPr wrap="square" lIns="0" tIns="0" rIns="0" bIns="0" rtlCol="0" anchor="ctr"/>
          <a:lstStyle/>
          <a:p>
            <a:pPr algn="ctr"/>
            <a:r>
              <a:rPr lang="en-US" sz="1100" dirty="0">
                <a:solidFill>
                  <a:srgbClr val="1F1142"/>
                </a:solidFill>
                <a:latin typeface="Calibri" pitchFamily="34" charset="0"/>
                <a:ea typeface="Calibri" pitchFamily="34" charset="-122"/>
                <a:cs typeface="Calibri" pitchFamily="34" charset="-120"/>
              </a:rPr>
              <a:t>Cash at Close</a:t>
            </a:r>
          </a:p>
          <a:p>
            <a:pPr algn="ctr"/>
            <a:r>
              <a:rPr lang="en-US" sz="1100" dirty="0">
                <a:solidFill>
                  <a:srgbClr val="1F1142"/>
                </a:solidFill>
                <a:latin typeface="Calibri" pitchFamily="34" charset="0"/>
                <a:ea typeface="Calibri" pitchFamily="34" charset="-122"/>
                <a:cs typeface="Calibri" pitchFamily="34" charset="-120"/>
              </a:rPr>
              <a:t>$30M</a:t>
            </a:r>
          </a:p>
        </p:txBody>
      </p:sp>
      <p:sp>
        <p:nvSpPr>
          <p:cNvPr id="9" name="Text 7">
            <a:extLst>
              <a:ext uri="{FF2B5EF4-FFF2-40B4-BE49-F238E27FC236}">
                <a16:creationId xmlns:a16="http://schemas.microsoft.com/office/drawing/2014/main" id="{7E5B0026-3AC0-5706-01AF-00F378D5C7F1}"/>
              </a:ext>
            </a:extLst>
          </p:cNvPr>
          <p:cNvSpPr/>
          <p:nvPr/>
        </p:nvSpPr>
        <p:spPr>
          <a:xfrm>
            <a:off x="1695511" y="3320181"/>
            <a:ext cx="1600079" cy="401632"/>
          </a:xfrm>
          <a:prstGeom prst="rect">
            <a:avLst/>
          </a:prstGeom>
          <a:noFill/>
          <a:ln/>
        </p:spPr>
        <p:txBody>
          <a:bodyPr wrap="square" lIns="0" tIns="0" rIns="0" bIns="0" rtlCol="0" anchor="ctr"/>
          <a:lstStyle/>
          <a:p>
            <a:pPr marL="0" indent="0" algn="ctr">
              <a:buNone/>
            </a:pPr>
            <a:r>
              <a:rPr lang="en-US" sz="1100" dirty="0">
                <a:solidFill>
                  <a:srgbClr val="1F1142"/>
                </a:solidFill>
                <a:latin typeface="Calibri" pitchFamily="34" charset="0"/>
                <a:ea typeface="Calibri" pitchFamily="34" charset="-122"/>
                <a:cs typeface="Calibri" pitchFamily="34" charset="-120"/>
              </a:rPr>
              <a:t>Deferred Cash</a:t>
            </a:r>
          </a:p>
          <a:p>
            <a:pPr marL="0" indent="0" algn="ctr">
              <a:buNone/>
            </a:pPr>
            <a:r>
              <a:rPr lang="en-US" sz="1100" dirty="0">
                <a:solidFill>
                  <a:srgbClr val="1F1142"/>
                </a:solidFill>
                <a:latin typeface="Calibri" pitchFamily="34" charset="0"/>
                <a:ea typeface="Calibri" pitchFamily="34" charset="-122"/>
                <a:cs typeface="Calibri" pitchFamily="34" charset="-120"/>
              </a:rPr>
              <a:t>$8M</a:t>
            </a:r>
            <a:endParaRPr lang="en-US" sz="1100" dirty="0"/>
          </a:p>
        </p:txBody>
      </p:sp>
      <p:sp>
        <p:nvSpPr>
          <p:cNvPr id="10" name="Text 8">
            <a:extLst>
              <a:ext uri="{FF2B5EF4-FFF2-40B4-BE49-F238E27FC236}">
                <a16:creationId xmlns:a16="http://schemas.microsoft.com/office/drawing/2014/main" id="{93DFDABC-A4E4-C9A3-0891-7E64EB9228E3}"/>
              </a:ext>
            </a:extLst>
          </p:cNvPr>
          <p:cNvSpPr/>
          <p:nvPr/>
        </p:nvSpPr>
        <p:spPr>
          <a:xfrm>
            <a:off x="1581150" y="3024606"/>
            <a:ext cx="1828800" cy="347472"/>
          </a:xfrm>
          <a:prstGeom prst="rect">
            <a:avLst/>
          </a:prstGeom>
          <a:noFill/>
          <a:ln/>
        </p:spPr>
        <p:txBody>
          <a:bodyPr wrap="square" lIns="0" tIns="0" rIns="0" bIns="0" rtlCol="0" anchor="ctr"/>
          <a:lstStyle/>
          <a:p>
            <a:pPr marL="0" indent="0" algn="ctr">
              <a:buNone/>
            </a:pPr>
            <a:r>
              <a:rPr lang="en-US" sz="1500" b="1" dirty="0">
                <a:solidFill>
                  <a:srgbClr val="1F1142"/>
                </a:solidFill>
                <a:latin typeface="Calibri" pitchFamily="34" charset="0"/>
                <a:ea typeface="Calibri" pitchFamily="34" charset="-122"/>
                <a:cs typeface="Calibri" pitchFamily="34" charset="-120"/>
              </a:rPr>
              <a:t>$38M</a:t>
            </a:r>
            <a:endParaRPr lang="en-US" sz="1500" dirty="0"/>
          </a:p>
        </p:txBody>
      </p:sp>
      <p:sp>
        <p:nvSpPr>
          <p:cNvPr id="11" name="Text 9">
            <a:extLst>
              <a:ext uri="{FF2B5EF4-FFF2-40B4-BE49-F238E27FC236}">
                <a16:creationId xmlns:a16="http://schemas.microsoft.com/office/drawing/2014/main" id="{1121F0B3-699F-EE64-ADC5-8BC8FD546D68}"/>
              </a:ext>
            </a:extLst>
          </p:cNvPr>
          <p:cNvSpPr/>
          <p:nvPr/>
        </p:nvSpPr>
        <p:spPr>
          <a:xfrm>
            <a:off x="1306830" y="5406029"/>
            <a:ext cx="2377440" cy="320040"/>
          </a:xfrm>
          <a:prstGeom prst="rect">
            <a:avLst/>
          </a:prstGeom>
          <a:noFill/>
          <a:ln/>
        </p:spPr>
        <p:txBody>
          <a:bodyPr wrap="square" lIns="0" tIns="0" rIns="0" bIns="0" rtlCol="0" anchor="ctr"/>
          <a:lstStyle/>
          <a:p>
            <a:pPr marL="0" indent="0" algn="ctr">
              <a:buNone/>
            </a:pPr>
            <a:r>
              <a:rPr lang="en-US" sz="1200" dirty="0">
                <a:solidFill>
                  <a:srgbClr val="1F1142"/>
                </a:solidFill>
                <a:latin typeface="Calibri" pitchFamily="34" charset="0"/>
                <a:ea typeface="Calibri" pitchFamily="34" charset="-122"/>
                <a:cs typeface="Calibri" pitchFamily="34" charset="-120"/>
              </a:rPr>
              <a:t>Total </a:t>
            </a:r>
          </a:p>
          <a:p>
            <a:pPr marL="0" indent="0" algn="ctr">
              <a:buNone/>
            </a:pPr>
            <a:r>
              <a:rPr lang="en-US" sz="1200" dirty="0">
                <a:solidFill>
                  <a:srgbClr val="1F1142"/>
                </a:solidFill>
                <a:latin typeface="Calibri" pitchFamily="34" charset="0"/>
                <a:ea typeface="Calibri" pitchFamily="34" charset="-122"/>
                <a:cs typeface="Calibri" pitchFamily="34" charset="-120"/>
              </a:rPr>
              <a:t>Cash</a:t>
            </a:r>
            <a:endParaRPr lang="en-US" sz="1200" dirty="0"/>
          </a:p>
        </p:txBody>
      </p:sp>
      <p:sp>
        <p:nvSpPr>
          <p:cNvPr id="13" name="Text 11">
            <a:extLst>
              <a:ext uri="{FF2B5EF4-FFF2-40B4-BE49-F238E27FC236}">
                <a16:creationId xmlns:a16="http://schemas.microsoft.com/office/drawing/2014/main" id="{D7B1DE13-3D0D-45DF-AB6A-50BE9D1C34C0}"/>
              </a:ext>
            </a:extLst>
          </p:cNvPr>
          <p:cNvSpPr/>
          <p:nvPr/>
        </p:nvSpPr>
        <p:spPr>
          <a:xfrm>
            <a:off x="3981450" y="2764256"/>
            <a:ext cx="1828800" cy="347472"/>
          </a:xfrm>
          <a:prstGeom prst="rect">
            <a:avLst/>
          </a:prstGeom>
          <a:noFill/>
          <a:ln/>
        </p:spPr>
        <p:txBody>
          <a:bodyPr wrap="square" lIns="0" tIns="0" rIns="0" bIns="0" rtlCol="0" anchor="ctr"/>
          <a:lstStyle/>
          <a:p>
            <a:pPr marL="0" indent="0" algn="ctr">
              <a:buNone/>
            </a:pPr>
            <a:r>
              <a:rPr lang="en-US" sz="1500" b="1" dirty="0">
                <a:solidFill>
                  <a:srgbClr val="1F1142"/>
                </a:solidFill>
                <a:latin typeface="Calibri" pitchFamily="34" charset="0"/>
                <a:ea typeface="Calibri" pitchFamily="34" charset="-122"/>
                <a:cs typeface="Calibri" pitchFamily="34" charset="-120"/>
              </a:rPr>
              <a:t>$5M</a:t>
            </a:r>
            <a:endParaRPr lang="en-US" sz="1500" dirty="0"/>
          </a:p>
        </p:txBody>
      </p:sp>
      <p:sp>
        <p:nvSpPr>
          <p:cNvPr id="14" name="Text 12">
            <a:extLst>
              <a:ext uri="{FF2B5EF4-FFF2-40B4-BE49-F238E27FC236}">
                <a16:creationId xmlns:a16="http://schemas.microsoft.com/office/drawing/2014/main" id="{1A92460A-68CC-E48F-3A3F-7018348E5185}"/>
              </a:ext>
            </a:extLst>
          </p:cNvPr>
          <p:cNvSpPr/>
          <p:nvPr/>
        </p:nvSpPr>
        <p:spPr>
          <a:xfrm>
            <a:off x="3615690" y="5406029"/>
            <a:ext cx="2560320" cy="317500"/>
          </a:xfrm>
          <a:prstGeom prst="rect">
            <a:avLst/>
          </a:prstGeom>
          <a:noFill/>
          <a:ln/>
        </p:spPr>
        <p:txBody>
          <a:bodyPr wrap="square" lIns="0" tIns="0" rIns="0" bIns="0" rtlCol="0" anchor="ctr"/>
          <a:lstStyle/>
          <a:p>
            <a:pPr marL="0" indent="0" algn="ctr">
              <a:lnSpc>
                <a:spcPts val="1500"/>
              </a:lnSpc>
              <a:buNone/>
            </a:pPr>
            <a:r>
              <a:rPr lang="en-US" sz="1200" dirty="0">
                <a:solidFill>
                  <a:srgbClr val="1F1142"/>
                </a:solidFill>
                <a:latin typeface="Calibri" pitchFamily="34" charset="0"/>
                <a:ea typeface="Calibri" pitchFamily="34" charset="-122"/>
                <a:cs typeface="Calibri" pitchFamily="34" charset="-120"/>
              </a:rPr>
              <a:t>Seller Rollover </a:t>
            </a:r>
          </a:p>
          <a:p>
            <a:pPr marL="0" indent="0" algn="ctr">
              <a:lnSpc>
                <a:spcPts val="1500"/>
              </a:lnSpc>
              <a:buNone/>
            </a:pPr>
            <a:r>
              <a:rPr lang="en-US" sz="1200" dirty="0">
                <a:solidFill>
                  <a:srgbClr val="1F1142"/>
                </a:solidFill>
                <a:latin typeface="Calibri" pitchFamily="34" charset="0"/>
                <a:ea typeface="Calibri" pitchFamily="34" charset="-122"/>
                <a:cs typeface="Calibri" pitchFamily="34" charset="-120"/>
              </a:rPr>
              <a:t>Equity</a:t>
            </a:r>
            <a:endParaRPr lang="en-US" sz="1200" dirty="0"/>
          </a:p>
        </p:txBody>
      </p:sp>
      <p:sp>
        <p:nvSpPr>
          <p:cNvPr id="16" name="Text 14">
            <a:extLst>
              <a:ext uri="{FF2B5EF4-FFF2-40B4-BE49-F238E27FC236}">
                <a16:creationId xmlns:a16="http://schemas.microsoft.com/office/drawing/2014/main" id="{971ED57B-2EDD-DB81-7526-DC71FC6AB559}"/>
              </a:ext>
            </a:extLst>
          </p:cNvPr>
          <p:cNvSpPr/>
          <p:nvPr/>
        </p:nvSpPr>
        <p:spPr>
          <a:xfrm>
            <a:off x="8782050" y="1886012"/>
            <a:ext cx="1828800" cy="347472"/>
          </a:xfrm>
          <a:prstGeom prst="rect">
            <a:avLst/>
          </a:prstGeom>
          <a:noFill/>
          <a:ln/>
        </p:spPr>
        <p:txBody>
          <a:bodyPr wrap="square" lIns="0" tIns="0" rIns="0" bIns="0" rtlCol="0" anchor="ctr"/>
          <a:lstStyle/>
          <a:p>
            <a:pPr marL="0" indent="0" algn="ctr">
              <a:buNone/>
            </a:pPr>
            <a:r>
              <a:rPr lang="en-US" sz="1500" b="1" dirty="0">
                <a:solidFill>
                  <a:srgbClr val="201243"/>
                </a:solidFill>
                <a:latin typeface="Calibri" pitchFamily="34" charset="0"/>
                <a:ea typeface="Calibri" pitchFamily="34" charset="-122"/>
                <a:cs typeface="Calibri" pitchFamily="34" charset="-120"/>
              </a:rPr>
              <a:t>$58M</a:t>
            </a:r>
            <a:endParaRPr lang="en-US" sz="1500" dirty="0"/>
          </a:p>
        </p:txBody>
      </p:sp>
      <p:sp>
        <p:nvSpPr>
          <p:cNvPr id="17" name="Text 15">
            <a:extLst>
              <a:ext uri="{FF2B5EF4-FFF2-40B4-BE49-F238E27FC236}">
                <a16:creationId xmlns:a16="http://schemas.microsoft.com/office/drawing/2014/main" id="{E2B63B5B-0BC7-5F66-0088-D70664CD4195}"/>
              </a:ext>
            </a:extLst>
          </p:cNvPr>
          <p:cNvSpPr/>
          <p:nvPr/>
        </p:nvSpPr>
        <p:spPr>
          <a:xfrm>
            <a:off x="8416290" y="5405521"/>
            <a:ext cx="2560320" cy="320040"/>
          </a:xfrm>
          <a:prstGeom prst="rect">
            <a:avLst/>
          </a:prstGeom>
          <a:noFill/>
          <a:ln/>
        </p:spPr>
        <p:txBody>
          <a:bodyPr wrap="square" lIns="0" tIns="0" rIns="0" bIns="0" rtlCol="0" anchor="ctr"/>
          <a:lstStyle/>
          <a:p>
            <a:pPr marL="0" indent="0" algn="ctr">
              <a:buNone/>
            </a:pPr>
            <a:r>
              <a:rPr lang="en-US" sz="1200" dirty="0">
                <a:solidFill>
                  <a:srgbClr val="1F1142"/>
                </a:solidFill>
                <a:latin typeface="Calibri" pitchFamily="34" charset="0"/>
                <a:ea typeface="Calibri" pitchFamily="34" charset="-122"/>
                <a:cs typeface="Calibri" pitchFamily="34" charset="-120"/>
              </a:rPr>
              <a:t>Total </a:t>
            </a:r>
          </a:p>
          <a:p>
            <a:pPr marL="0" indent="0" algn="ctr">
              <a:buNone/>
            </a:pPr>
            <a:r>
              <a:rPr lang="en-US" sz="1200" dirty="0">
                <a:solidFill>
                  <a:srgbClr val="1F1142"/>
                </a:solidFill>
                <a:latin typeface="Calibri" pitchFamily="34" charset="0"/>
                <a:ea typeface="Calibri" pitchFamily="34" charset="-122"/>
                <a:cs typeface="Calibri" pitchFamily="34" charset="-120"/>
              </a:rPr>
              <a:t>Consideration</a:t>
            </a:r>
            <a:endParaRPr lang="en-US" sz="1200" dirty="0"/>
          </a:p>
        </p:txBody>
      </p:sp>
      <p:sp>
        <p:nvSpPr>
          <p:cNvPr id="18" name="Shape 16">
            <a:extLst>
              <a:ext uri="{FF2B5EF4-FFF2-40B4-BE49-F238E27FC236}">
                <a16:creationId xmlns:a16="http://schemas.microsoft.com/office/drawing/2014/main" id="{CD09671C-8B4C-5FA5-02B6-5F09FAE3516E}"/>
              </a:ext>
            </a:extLst>
          </p:cNvPr>
          <p:cNvSpPr/>
          <p:nvPr/>
        </p:nvSpPr>
        <p:spPr>
          <a:xfrm>
            <a:off x="1524000" y="5296301"/>
            <a:ext cx="9144000" cy="13716"/>
          </a:xfrm>
          <a:prstGeom prst="rect">
            <a:avLst/>
          </a:prstGeom>
          <a:solidFill>
            <a:srgbClr val="D7D3DE"/>
          </a:solidFill>
          <a:ln/>
        </p:spPr>
        <p:txBody>
          <a:bodyPr/>
          <a:lstStyle/>
          <a:p>
            <a:endParaRPr lang="en-US"/>
          </a:p>
        </p:txBody>
      </p:sp>
      <p:sp>
        <p:nvSpPr>
          <p:cNvPr id="6" name="Text 5">
            <a:extLst>
              <a:ext uri="{FF2B5EF4-FFF2-40B4-BE49-F238E27FC236}">
                <a16:creationId xmlns:a16="http://schemas.microsoft.com/office/drawing/2014/main" id="{2D469AC6-A982-B281-031A-30524C554A2A}"/>
              </a:ext>
            </a:extLst>
          </p:cNvPr>
          <p:cNvSpPr/>
          <p:nvPr/>
        </p:nvSpPr>
        <p:spPr>
          <a:xfrm>
            <a:off x="4064577" y="3396381"/>
            <a:ext cx="1662545" cy="548640"/>
          </a:xfrm>
          <a:prstGeom prst="rect">
            <a:avLst/>
          </a:prstGeom>
          <a:noFill/>
          <a:ln/>
        </p:spPr>
        <p:txBody>
          <a:bodyPr wrap="square" lIns="0" tIns="0" rIns="0" bIns="0" rtlCol="0" anchor="ctr"/>
          <a:lstStyle/>
          <a:p>
            <a:pPr algn="ctr"/>
            <a:r>
              <a:rPr lang="en-US" sz="1100" dirty="0">
                <a:solidFill>
                  <a:srgbClr val="1F1142"/>
                </a:solidFill>
                <a:latin typeface="Calibri" pitchFamily="34" charset="0"/>
                <a:ea typeface="Calibri" pitchFamily="34" charset="-122"/>
                <a:cs typeface="Calibri" pitchFamily="34" charset="-120"/>
              </a:rPr>
              <a:t>Paid to the Company in the form of the Rollover Equity at Close</a:t>
            </a:r>
          </a:p>
        </p:txBody>
      </p:sp>
      <p:sp>
        <p:nvSpPr>
          <p:cNvPr id="201" name="UpsideValue">
            <a:extLst>
              <a:ext uri="{FF2B5EF4-FFF2-40B4-BE49-F238E27FC236}">
                <a16:creationId xmlns:a16="http://schemas.microsoft.com/office/drawing/2014/main" id="{971ED57B-2EDD-DB81-7526-DC71FC6AB559}"/>
              </a:ext>
            </a:extLst>
          </p:cNvPr>
          <p:cNvSpPr/>
          <p:nvPr/>
        </p:nvSpPr>
        <p:spPr>
          <a:xfrm>
            <a:off x="6381750" y="1961416"/>
            <a:ext cx="1828800" cy="347472"/>
          </a:xfrm>
          <a:prstGeom prst="rect">
            <a:avLst/>
          </a:prstGeom>
          <a:noFill/>
          <a:ln/>
        </p:spPr>
        <p:txBody>
          <a:bodyPr wrap="square" lIns="0" tIns="0" rIns="0" bIns="0" rtlCol="0" anchor="ctr"/>
          <a:lstStyle/>
          <a:p>
            <a:pPr marL="0" indent="0" algn="ctr">
              <a:buNone/>
            </a:pPr>
            <a:r>
              <a:rPr lang="en-US" sz="1500" b="1" dirty="0">
                <a:solidFill>
                  <a:srgbClr val="201243"/>
                </a:solidFill>
                <a:latin typeface="Calibri" pitchFamily="34" charset="0"/>
                <a:ea typeface="Calibri" pitchFamily="34" charset="-122"/>
                <a:cs typeface="Calibri" pitchFamily="34" charset="-120"/>
              </a:rPr>
              <a:t>$15M</a:t>
            </a:r>
            <a:endParaRPr lang="en-US" sz="1500" dirty="0"/>
          </a:p>
        </p:txBody>
      </p:sp>
      <p:sp>
        <p:nvSpPr>
          <p:cNvPr id="202" name="UpsideCat">
            <a:extLst>
              <a:ext uri="{FF2B5EF4-FFF2-40B4-BE49-F238E27FC236}">
                <a16:creationId xmlns:a16="http://schemas.microsoft.com/office/drawing/2014/main" id="{E2B63B5B-0BC7-5F66-0088-D70664CD4195}"/>
              </a:ext>
            </a:extLst>
          </p:cNvPr>
          <p:cNvSpPr/>
          <p:nvPr/>
        </p:nvSpPr>
        <p:spPr>
          <a:xfrm>
            <a:off x="6015990" y="5405521"/>
            <a:ext cx="2560320" cy="320040"/>
          </a:xfrm>
          <a:prstGeom prst="rect">
            <a:avLst/>
          </a:prstGeom>
          <a:noFill/>
          <a:ln/>
        </p:spPr>
        <p:txBody>
          <a:bodyPr wrap="square" lIns="0" tIns="0" rIns="0" bIns="0" rtlCol="0" anchor="ctr"/>
          <a:lstStyle/>
          <a:p>
            <a:pPr marL="0" indent="0" algn="ctr">
              <a:buNone/>
            </a:pPr>
            <a:r>
              <a:rPr lang="en-US" sz="1200" dirty="0">
                <a:solidFill>
                  <a:srgbClr val="1F1142"/>
                </a:solidFill>
                <a:latin typeface="Calibri" pitchFamily="34" charset="0"/>
                <a:ea typeface="Calibri" pitchFamily="34" charset="-122"/>
                <a:cs typeface="Calibri" pitchFamily="34" charset="-120"/>
              </a:rPr>
              <a:t>Seller’s Equity </a:t>
            </a:r>
          </a:p>
          <a:p>
            <a:pPr marL="0" indent="0" algn="ctr">
              <a:buNone/>
            </a:pPr>
            <a:r>
              <a:rPr lang="en-US" sz="1200" dirty="0">
                <a:solidFill>
                  <a:srgbClr val="1F1142"/>
                </a:solidFill>
                <a:latin typeface="Calibri" pitchFamily="34" charset="0"/>
                <a:ea typeface="Calibri" pitchFamily="34" charset="-122"/>
                <a:cs typeface="Calibri" pitchFamily="34" charset="-120"/>
              </a:rPr>
              <a:t>Appreciation</a:t>
            </a:r>
            <a:endParaRPr lang="en-US" sz="1200" dirty="0"/>
          </a:p>
        </p:txBody>
      </p:sp>
      <p:sp>
        <p:nvSpPr>
          <p:cNvPr id="8" name="Left Brace 7">
            <a:extLst>
              <a:ext uri="{FF2B5EF4-FFF2-40B4-BE49-F238E27FC236}">
                <a16:creationId xmlns:a16="http://schemas.microsoft.com/office/drawing/2014/main" id="{6DFFFDBF-F3D6-B704-D498-0B62A007E8D2}"/>
              </a:ext>
            </a:extLst>
          </p:cNvPr>
          <p:cNvSpPr/>
          <p:nvPr/>
        </p:nvSpPr>
        <p:spPr>
          <a:xfrm rot="5400000">
            <a:off x="3560562" y="672649"/>
            <a:ext cx="247650" cy="3711174"/>
          </a:xfrm>
          <a:prstGeom prst="leftBrace">
            <a:avLst/>
          </a:prstGeom>
          <a:ln w="15875" cap="flat" cmpd="sng" algn="ctr">
            <a:solidFill>
              <a:srgbClr val="825B90"/>
            </a:solidFill>
            <a:prstDash val="solid"/>
            <a:miter lim="800000"/>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Text 12">
            <a:extLst>
              <a:ext uri="{FF2B5EF4-FFF2-40B4-BE49-F238E27FC236}">
                <a16:creationId xmlns:a16="http://schemas.microsoft.com/office/drawing/2014/main" id="{69A6F144-7ED9-256D-2686-4B38C1E9ECE3}"/>
              </a:ext>
            </a:extLst>
          </p:cNvPr>
          <p:cNvSpPr/>
          <p:nvPr/>
        </p:nvSpPr>
        <p:spPr>
          <a:xfrm>
            <a:off x="2154037" y="2022643"/>
            <a:ext cx="3060700" cy="355600"/>
          </a:xfrm>
          <a:prstGeom prst="rect">
            <a:avLst/>
          </a:prstGeom>
          <a:noFill/>
          <a:ln>
            <a:noFill/>
          </a:ln>
        </p:spPr>
        <p:txBody>
          <a:bodyPr wrap="none" lIns="0" tIns="0" rIns="0" bIns="0" rtlCol="0" anchor="ctr" anchorCtr="0">
            <a:noAutofit/>
          </a:bodyPr>
          <a:lstStyle/>
          <a:p>
            <a:pPr marL="0" indent="0" algn="ctr">
              <a:buNone/>
            </a:pPr>
            <a:r>
              <a:rPr lang="en-US" sz="1400" b="1" dirty="0">
                <a:solidFill>
                  <a:srgbClr val="201243"/>
                </a:solidFill>
                <a:latin typeface="Calibri" pitchFamily="34" charset="0"/>
                <a:cs typeface="Calibri" pitchFamily="34" charset="-120"/>
              </a:rPr>
              <a:t>Consideration At Close: $43M</a:t>
            </a:r>
          </a:p>
        </p:txBody>
      </p:sp>
      <p:sp>
        <p:nvSpPr>
          <p:cNvPr id="15" name="Text 5">
            <a:extLst>
              <a:ext uri="{FF2B5EF4-FFF2-40B4-BE49-F238E27FC236}">
                <a16:creationId xmlns:a16="http://schemas.microsoft.com/office/drawing/2014/main" id="{AA6F0BC5-FFED-2DF4-E145-A8573DFE10A8}"/>
              </a:ext>
            </a:extLst>
          </p:cNvPr>
          <p:cNvSpPr/>
          <p:nvPr/>
        </p:nvSpPr>
        <p:spPr>
          <a:xfrm>
            <a:off x="6464877" y="3106674"/>
            <a:ext cx="1662545" cy="548640"/>
          </a:xfrm>
          <a:prstGeom prst="rect">
            <a:avLst/>
          </a:prstGeom>
          <a:noFill/>
          <a:ln/>
        </p:spPr>
        <p:txBody>
          <a:bodyPr wrap="square" lIns="0" tIns="0" rIns="0" bIns="0" rtlCol="0" anchor="ctr"/>
          <a:lstStyle/>
          <a:p>
            <a:pPr algn="ctr"/>
            <a:r>
              <a:rPr lang="en-US" sz="1100" dirty="0">
                <a:solidFill>
                  <a:srgbClr val="1F1142"/>
                </a:solidFill>
                <a:latin typeface="Calibri" pitchFamily="34" charset="0"/>
                <a:ea typeface="Calibri" pitchFamily="34" charset="-122"/>
                <a:cs typeface="Calibri" pitchFamily="34" charset="-120"/>
              </a:rPr>
              <a:t>Appreciation in Seller’s equity stake in </a:t>
            </a:r>
            <a:r>
              <a:rPr lang="en-US" sz="1100" dirty="0" err="1">
                <a:solidFill>
                  <a:srgbClr val="1F1142"/>
                </a:solidFill>
                <a:latin typeface="Calibri" pitchFamily="34" charset="0"/>
                <a:ea typeface="Calibri" pitchFamily="34" charset="-122"/>
                <a:cs typeface="Calibri" pitchFamily="34" charset="-120"/>
              </a:rPr>
              <a:t>RadX</a:t>
            </a:r>
            <a:r>
              <a:rPr lang="en-US" sz="1100" dirty="0">
                <a:solidFill>
                  <a:srgbClr val="1F1142"/>
                </a:solidFill>
                <a:latin typeface="Calibri" pitchFamily="34" charset="0"/>
                <a:ea typeface="Calibri" pitchFamily="34" charset="-122"/>
                <a:cs typeface="Calibri" pitchFamily="34" charset="-120"/>
              </a:rPr>
              <a:t> at Exit (represents 4x return)</a:t>
            </a:r>
          </a:p>
        </p:txBody>
      </p:sp>
      <p:sp>
        <p:nvSpPr>
          <p:cNvPr id="24" name="Rectangle 23">
            <a:extLst>
              <a:ext uri="{FF2B5EF4-FFF2-40B4-BE49-F238E27FC236}">
                <a16:creationId xmlns:a16="http://schemas.microsoft.com/office/drawing/2014/main" id="{6FD2DD21-FCE8-0251-9B41-149E13FF6BDE}"/>
              </a:ext>
            </a:extLst>
          </p:cNvPr>
          <p:cNvSpPr/>
          <p:nvPr/>
        </p:nvSpPr>
        <p:spPr>
          <a:xfrm>
            <a:off x="8804909" y="1443789"/>
            <a:ext cx="1776465" cy="4360111"/>
          </a:xfrm>
          <a:prstGeom prst="rect">
            <a:avLst/>
          </a:prstGeom>
          <a:noFill/>
          <a:ln w="28575">
            <a:solidFill>
              <a:schemeClr val="accent6"/>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FC37243D-0E4F-C583-EB6B-92F66B30FFDD}"/>
              </a:ext>
            </a:extLst>
          </p:cNvPr>
          <p:cNvSpPr/>
          <p:nvPr/>
        </p:nvSpPr>
        <p:spPr>
          <a:xfrm>
            <a:off x="9195937" y="1867018"/>
            <a:ext cx="1001027" cy="385460"/>
          </a:xfrm>
          <a:prstGeom prst="ellipse">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Left Brace 24">
            <a:extLst>
              <a:ext uri="{FF2B5EF4-FFF2-40B4-BE49-F238E27FC236}">
                <a16:creationId xmlns:a16="http://schemas.microsoft.com/office/drawing/2014/main" id="{4F013A51-57F6-D545-3E06-06CC448083EA}"/>
              </a:ext>
            </a:extLst>
          </p:cNvPr>
          <p:cNvSpPr/>
          <p:nvPr/>
        </p:nvSpPr>
        <p:spPr>
          <a:xfrm rot="16200000">
            <a:off x="5957252" y="2393402"/>
            <a:ext cx="247650" cy="3711174"/>
          </a:xfrm>
          <a:prstGeom prst="leftBrace">
            <a:avLst/>
          </a:prstGeom>
          <a:ln w="15875" cap="flat" cmpd="sng" algn="ctr">
            <a:solidFill>
              <a:srgbClr val="825B90"/>
            </a:solidFill>
            <a:prstDash val="solid"/>
            <a:miter lim="800000"/>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7" name="Text 12">
            <a:extLst>
              <a:ext uri="{FF2B5EF4-FFF2-40B4-BE49-F238E27FC236}">
                <a16:creationId xmlns:a16="http://schemas.microsoft.com/office/drawing/2014/main" id="{A173B04D-D778-D9F2-4322-9A2B557F8D72}"/>
              </a:ext>
            </a:extLst>
          </p:cNvPr>
          <p:cNvSpPr/>
          <p:nvPr/>
        </p:nvSpPr>
        <p:spPr>
          <a:xfrm>
            <a:off x="4076700" y="4343400"/>
            <a:ext cx="4013200" cy="355600"/>
          </a:xfrm>
          <a:prstGeom prst="rect">
            <a:avLst/>
          </a:prstGeom>
          <a:noFill/>
          <a:ln>
            <a:noFill/>
          </a:ln>
        </p:spPr>
        <p:txBody>
          <a:bodyPr wrap="none" lIns="0" tIns="0" rIns="0" bIns="0" rtlCol="0" anchor="ctr" anchorCtr="0">
            <a:noAutofit/>
          </a:bodyPr>
          <a:lstStyle/>
          <a:p>
            <a:pPr marL="0" indent="0" algn="ctr">
              <a:buNone/>
            </a:pPr>
            <a:r>
              <a:rPr lang="en-US" sz="1400" b="1" dirty="0">
                <a:solidFill>
                  <a:srgbClr val="201243"/>
                </a:solidFill>
                <a:latin typeface="Calibri" pitchFamily="34" charset="0"/>
                <a:cs typeface="Calibri" pitchFamily="34" charset="-120"/>
              </a:rPr>
              <a:t>$5M Equity Rollover Grows To $20M At Exit</a:t>
            </a:r>
          </a:p>
        </p:txBody>
      </p:sp>
    </p:spTree>
    <p:extLst>
      <p:ext uri="{BB962C8B-B14F-4D97-AF65-F5344CB8AC3E}">
        <p14:creationId xmlns:p14="http://schemas.microsoft.com/office/powerpoint/2010/main" val="11959517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
    <p:bg>
      <p:bgPr>
        <a:solidFill>
          <a:srgbClr val="201243"/>
        </a:solidFill>
        <a:effectLst/>
      </p:bgPr>
    </p:bg>
    <p:spTree>
      <p:nvGrpSpPr>
        <p:cNvPr id="1" name=""/>
        <p:cNvGrpSpPr/>
        <p:nvPr/>
      </p:nvGrpSpPr>
      <p:grpSpPr>
        <a:xfrm>
          <a:off x="0" y="0"/>
          <a:ext cx="0" cy="0"/>
          <a:chOff x="0" y="0"/>
          <a:chExt cx="0" cy="0"/>
        </a:xfrm>
      </p:grpSpPr>
      <p:sp>
        <p:nvSpPr>
          <p:cNvPr id="3" name="Shape 1"/>
          <p:cNvSpPr/>
          <p:nvPr/>
        </p:nvSpPr>
        <p:spPr>
          <a:xfrm>
            <a:off x="8686800" y="-1371600"/>
            <a:ext cx="5486400" cy="5486400"/>
          </a:xfrm>
          <a:prstGeom prst="ellipse">
            <a:avLst/>
          </a:prstGeom>
          <a:solidFill>
            <a:srgbClr val="312552"/>
          </a:solidFill>
          <a:ln w="12700">
            <a:noFill/>
            <a:prstDash val="solid"/>
          </a:ln>
        </p:spPr>
        <p:txBody>
          <a:bodyPr/>
          <a:lstStyle/>
          <a:p>
            <a:endParaRPr lang="en-US"/>
          </a:p>
        </p:txBody>
      </p:sp>
      <p:sp>
        <p:nvSpPr>
          <p:cNvPr id="5" name="Text 3"/>
          <p:cNvSpPr/>
          <p:nvPr/>
        </p:nvSpPr>
        <p:spPr>
          <a:xfrm>
            <a:off x="8890000" y="6400800"/>
            <a:ext cx="2667000" cy="279400"/>
          </a:xfrm>
          <a:prstGeom prst="rect">
            <a:avLst/>
          </a:prstGeom>
          <a:noFill/>
          <a:ln/>
        </p:spPr>
        <p:txBody>
          <a:bodyPr wrap="square" lIns="0" tIns="0" rIns="0" bIns="0" rtlCol="0" anchor="ctr"/>
          <a:lstStyle/>
          <a:p>
            <a:pPr marL="0" indent="0" algn="r">
              <a:buNone/>
            </a:pPr>
            <a:r>
              <a:rPr lang="en-US" sz="1400" b="1" dirty="0">
                <a:solidFill>
                  <a:srgbClr val="FFFFFF"/>
                </a:solidFill>
                <a:latin typeface="Calibri" pitchFamily="34" charset="0"/>
                <a:cs typeface="Calibri" pitchFamily="34" charset="-120"/>
              </a:rPr>
              <a:t>RadX</a:t>
            </a:r>
            <a:r>
              <a:rPr lang="en-US" sz="1000" b="1" dirty="0">
                <a:solidFill>
                  <a:srgbClr val="B7C4E8"/>
                </a:solidFill>
                <a:latin typeface="Calibri" pitchFamily="34" charset="0"/>
                <a:cs typeface="Calibri" pitchFamily="34" charset="-120"/>
              </a:rPr>
              <a:t> inc.</a:t>
            </a:r>
          </a:p>
        </p:txBody>
      </p:sp>
      <p:sp>
        <p:nvSpPr>
          <p:cNvPr id="6" name="Text 4"/>
          <p:cNvSpPr/>
          <p:nvPr/>
        </p:nvSpPr>
        <p:spPr>
          <a:xfrm>
            <a:off x="825500" y="2514600"/>
            <a:ext cx="9906000" cy="787400"/>
          </a:xfrm>
          <a:prstGeom prst="rect">
            <a:avLst/>
          </a:prstGeom>
          <a:noFill/>
          <a:ln/>
        </p:spPr>
        <p:txBody>
          <a:bodyPr wrap="square" lIns="0" tIns="0" rIns="0" bIns="0" rtlCol="0" anchor="ctr"/>
          <a:lstStyle/>
          <a:p>
            <a:pPr marL="0" indent="0" algn="l">
              <a:buNone/>
            </a:pPr>
            <a:r>
              <a:rPr lang="en-US" sz="4000" b="1" dirty="0">
                <a:solidFill>
                  <a:srgbClr val="FFFFFF"/>
                </a:solidFill>
                <a:latin typeface="Calibri" pitchFamily="34" charset="0"/>
                <a:cs typeface="Calibri" pitchFamily="34" charset="-120"/>
              </a:rPr>
              <a:t>Retained Equity in Center</a:t>
            </a:r>
          </a:p>
        </p:txBody>
      </p:sp>
      <p:sp>
        <p:nvSpPr>
          <p:cNvPr id="8" name="Text 6"/>
          <p:cNvSpPr/>
          <p:nvPr/>
        </p:nvSpPr>
        <p:spPr>
          <a:xfrm>
            <a:off x="825500" y="3975100"/>
            <a:ext cx="5943600" cy="25400"/>
          </a:xfrm>
          <a:prstGeom prst="rect">
            <a:avLst/>
          </a:prstGeom>
          <a:solidFill>
            <a:srgbClr val="825B90"/>
          </a:solidFill>
          <a:ln>
            <a:noFill/>
          </a:ln>
        </p:spPr>
        <p:txBody>
          <a:bodyPr wrap="square" lIns="0" tIns="0" rIns="0" bIns="0" rtlCol="0" anchor="ctr"/>
          <a:lstStyle/>
          <a:p>
            <a:pPr marL="0" indent="0">
              <a:buNone/>
            </a:pPr>
            <a:endParaRPr lang="en-US" sz="1400" dirty="0"/>
          </a:p>
        </p:txBody>
      </p:sp>
      <p:sp>
        <p:nvSpPr>
          <p:cNvPr id="18" name="Text 16"/>
          <p:cNvSpPr/>
          <p:nvPr/>
        </p:nvSpPr>
        <p:spPr>
          <a:xfrm>
            <a:off x="635000" y="6400800"/>
            <a:ext cx="7620000" cy="279400"/>
          </a:xfrm>
          <a:prstGeom prst="rect">
            <a:avLst/>
          </a:prstGeom>
          <a:noFill/>
          <a:ln/>
        </p:spPr>
        <p:txBody>
          <a:bodyPr wrap="square" lIns="0" tIns="0" rIns="0" bIns="0" rtlCol="0" anchor="ctr"/>
          <a:lstStyle/>
          <a:p>
            <a:pPr marL="0" indent="0" algn="l">
              <a:buNone/>
            </a:pPr>
            <a:r>
              <a:rPr lang="en-US" sz="900" dirty="0">
                <a:solidFill>
                  <a:srgbClr val="B7C4E8"/>
                </a:solidFill>
                <a:latin typeface="Calibri" pitchFamily="34" charset="0"/>
                <a:cs typeface="Calibri" pitchFamily="34" charset="-120"/>
              </a:rPr>
              <a:t>Presentation Does Not Constitute a Binding Offer - Figures Subject to Confirmatory Due Diligence</a:t>
            </a:r>
          </a:p>
        </p:txBody>
      </p:sp>
    </p:spTree>
    <p:extLst>
      <p:ext uri="{BB962C8B-B14F-4D97-AF65-F5344CB8AC3E}">
        <p14:creationId xmlns:p14="http://schemas.microsoft.com/office/powerpoint/2010/main" val="8638637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10180015" y="347472"/>
            <a:ext cx="1371600" cy="274320"/>
          </a:xfrm>
          <a:prstGeom prst="rect">
            <a:avLst/>
          </a:prstGeom>
          <a:noFill/>
          <a:ln/>
        </p:spPr>
        <p:txBody>
          <a:bodyPr wrap="square" lIns="0" tIns="0" rIns="0" bIns="0" rtlCol="0" anchor="ctr"/>
          <a:lstStyle/>
          <a:p>
            <a:pPr marL="0" indent="0" algn="r">
              <a:buNone/>
            </a:pPr>
            <a:r>
              <a:rPr lang="en-US" sz="1500" b="1" dirty="0">
                <a:solidFill>
                  <a:srgbClr val="201243"/>
                </a:solidFill>
                <a:latin typeface="Calibri" pitchFamily="34" charset="0"/>
                <a:ea typeface="Calibri" pitchFamily="34" charset="-122"/>
                <a:cs typeface="Calibri" pitchFamily="34" charset="-120"/>
              </a:rPr>
              <a:t>RadX</a:t>
            </a:r>
            <a:endParaRPr lang="en-US" sz="1500" dirty="0"/>
          </a:p>
        </p:txBody>
      </p:sp>
      <p:sp>
        <p:nvSpPr>
          <p:cNvPr id="3" name="Text 1"/>
          <p:cNvSpPr/>
          <p:nvPr/>
        </p:nvSpPr>
        <p:spPr>
          <a:xfrm>
            <a:off x="640080" y="347472"/>
            <a:ext cx="9326880" cy="457200"/>
          </a:xfrm>
          <a:prstGeom prst="rect">
            <a:avLst/>
          </a:prstGeom>
          <a:noFill/>
          <a:ln/>
        </p:spPr>
        <p:txBody>
          <a:bodyPr wrap="square" lIns="0" tIns="0" rIns="0" bIns="0" rtlCol="0" anchor="ctr"/>
          <a:lstStyle/>
          <a:p>
            <a:pPr marL="0" indent="0">
              <a:buNone/>
            </a:pPr>
            <a:r>
              <a:rPr lang="en-US" sz="2700" b="1" dirty="0">
                <a:solidFill>
                  <a:srgbClr val="201243"/>
                </a:solidFill>
                <a:latin typeface="Calibri" pitchFamily="34" charset="0"/>
                <a:ea typeface="Calibri" pitchFamily="34" charset="-122"/>
                <a:cs typeface="Calibri" pitchFamily="34" charset="-120"/>
              </a:rPr>
              <a:t>Illustrative Example of Retained Equity in Your Center</a:t>
            </a:r>
            <a:endParaRPr lang="en-US" sz="2700" dirty="0"/>
          </a:p>
        </p:txBody>
      </p:sp>
      <p:sp>
        <p:nvSpPr>
          <p:cNvPr id="4" name="Text 2"/>
          <p:cNvSpPr/>
          <p:nvPr/>
        </p:nvSpPr>
        <p:spPr>
          <a:xfrm>
            <a:off x="640080" y="841248"/>
            <a:ext cx="10515600" cy="292608"/>
          </a:xfrm>
          <a:prstGeom prst="rect">
            <a:avLst/>
          </a:prstGeom>
          <a:noFill/>
          <a:ln/>
        </p:spPr>
        <p:txBody>
          <a:bodyPr wrap="square" lIns="0" tIns="0" rIns="0" bIns="0" rtlCol="0" anchor="ctr"/>
          <a:lstStyle/>
          <a:p>
            <a:pPr marL="0" indent="0">
              <a:buNone/>
            </a:pPr>
            <a:r>
              <a:rPr lang="en-US" sz="1300" i="1" dirty="0">
                <a:solidFill>
                  <a:srgbClr val="837D94"/>
                </a:solidFill>
                <a:latin typeface="Calibri" pitchFamily="34" charset="0"/>
                <a:ea typeface="Calibri" pitchFamily="34" charset="-122"/>
                <a:cs typeface="Calibri" pitchFamily="34" charset="-120"/>
              </a:rPr>
              <a:t>Retained ownership shares in the cash flow the operating playbook creates</a:t>
            </a:r>
            <a:endParaRPr lang="en-US" sz="1300" dirty="0"/>
          </a:p>
        </p:txBody>
      </p:sp>
      <p:sp>
        <p:nvSpPr>
          <p:cNvPr id="5" name="Shape 3"/>
          <p:cNvSpPr/>
          <p:nvPr/>
        </p:nvSpPr>
        <p:spPr>
          <a:xfrm>
            <a:off x="640080" y="1207008"/>
            <a:ext cx="10911535" cy="18288"/>
          </a:xfrm>
          <a:prstGeom prst="rect">
            <a:avLst/>
          </a:prstGeom>
          <a:solidFill>
            <a:srgbClr val="201243"/>
          </a:solidFill>
          <a:ln/>
        </p:spPr>
        <p:txBody>
          <a:bodyPr/>
          <a:lstStyle/>
          <a:p>
            <a:endParaRPr lang="en-US"/>
          </a:p>
        </p:txBody>
      </p:sp>
      <p:sp>
        <p:nvSpPr>
          <p:cNvPr id="6" name="Text 4"/>
          <p:cNvSpPr/>
          <p:nvPr/>
        </p:nvSpPr>
        <p:spPr>
          <a:xfrm>
            <a:off x="640080" y="1536192"/>
            <a:ext cx="10911535" cy="777240"/>
          </a:xfrm>
          <a:prstGeom prst="rect">
            <a:avLst/>
          </a:prstGeom>
          <a:noFill/>
          <a:ln/>
        </p:spPr>
        <p:txBody>
          <a:bodyPr wrap="square" lIns="0" tIns="0" rIns="0" bIns="0" rtlCol="0" anchor="t"/>
          <a:lstStyle/>
          <a:p>
            <a:pPr marL="0" indent="0">
              <a:lnSpc>
                <a:spcPts val="1700"/>
              </a:lnSpc>
              <a:buNone/>
            </a:pPr>
            <a:r>
              <a:rPr lang="en-US" sz="1250" b="1" dirty="0">
                <a:solidFill>
                  <a:srgbClr val="201243"/>
                </a:solidFill>
                <a:latin typeface="Calibri" pitchFamily="34" charset="0"/>
                <a:ea typeface="Calibri" pitchFamily="34" charset="-122"/>
                <a:cs typeface="Calibri" pitchFamily="34" charset="-120"/>
              </a:rPr>
              <a:t>The same business, generating more cash. </a:t>
            </a:r>
            <a:r>
              <a:rPr lang="en-US" sz="1250" dirty="0">
                <a:solidFill>
                  <a:srgbClr val="3B3350"/>
                </a:solidFill>
                <a:latin typeface="Calibri" pitchFamily="34" charset="0"/>
                <a:ea typeface="Calibri" pitchFamily="34" charset="-122"/>
                <a:cs typeface="Calibri" pitchFamily="34" charset="-120"/>
              </a:rPr>
              <a:t>The RadX playbook lifts EBITDA at your center. Your ownership percentage stays the same, so the same slice is worth more.</a:t>
            </a:r>
            <a:endParaRPr lang="en-US" sz="1250" dirty="0"/>
          </a:p>
        </p:txBody>
      </p:sp>
      <p:sp>
        <p:nvSpPr>
          <p:cNvPr id="9" name="Text 7"/>
          <p:cNvSpPr/>
          <p:nvPr/>
        </p:nvSpPr>
        <p:spPr>
          <a:xfrm>
            <a:off x="1478280" y="1944577"/>
            <a:ext cx="2148840" cy="190500"/>
          </a:xfrm>
          <a:prstGeom prst="rect">
            <a:avLst/>
          </a:prstGeom>
          <a:noFill/>
          <a:ln/>
        </p:spPr>
        <p:txBody>
          <a:bodyPr wrap="square" lIns="0" tIns="0" rIns="0" bIns="0" rtlCol="0" anchor="ctr"/>
          <a:lstStyle/>
          <a:p>
            <a:pPr marL="0" indent="0" algn="ctr">
              <a:lnSpc>
                <a:spcPts val="1400"/>
              </a:lnSpc>
              <a:buNone/>
            </a:pPr>
            <a:r>
              <a:rPr lang="en-US" sz="1400" b="1" dirty="0">
                <a:solidFill>
                  <a:srgbClr val="3B3350"/>
                </a:solidFill>
                <a:latin typeface="Calibri" pitchFamily="34" charset="0"/>
                <a:ea typeface="Calibri" pitchFamily="34" charset="-122"/>
                <a:cs typeface="Calibri" pitchFamily="34" charset="-120"/>
              </a:rPr>
              <a:t>Your Center Today</a:t>
            </a:r>
            <a:endParaRPr lang="en-US" sz="1400" b="1" dirty="0"/>
          </a:p>
        </p:txBody>
      </p:sp>
      <p:sp>
        <p:nvSpPr>
          <p:cNvPr id="15" name="Text 13"/>
          <p:cNvSpPr/>
          <p:nvPr/>
        </p:nvSpPr>
        <p:spPr>
          <a:xfrm>
            <a:off x="4843780" y="1944577"/>
            <a:ext cx="2148840" cy="190500"/>
          </a:xfrm>
          <a:prstGeom prst="rect">
            <a:avLst/>
          </a:prstGeom>
          <a:noFill/>
          <a:ln/>
        </p:spPr>
        <p:txBody>
          <a:bodyPr wrap="square" lIns="0" tIns="0" rIns="0" bIns="0" rtlCol="0" anchor="ctr"/>
          <a:lstStyle/>
          <a:p>
            <a:pPr marL="0" indent="0" algn="ctr">
              <a:lnSpc>
                <a:spcPts val="1400"/>
              </a:lnSpc>
              <a:buNone/>
            </a:pPr>
            <a:r>
              <a:rPr lang="en-US" sz="1400" b="1" dirty="0">
                <a:solidFill>
                  <a:srgbClr val="3B3350"/>
                </a:solidFill>
                <a:latin typeface="Calibri" pitchFamily="34" charset="0"/>
                <a:ea typeface="Calibri" pitchFamily="34" charset="-122"/>
                <a:cs typeface="Calibri" pitchFamily="34" charset="-120"/>
              </a:rPr>
              <a:t>After RadX Improvements</a:t>
            </a:r>
            <a:endParaRPr lang="en-US" sz="1400" b="1" dirty="0"/>
          </a:p>
        </p:txBody>
      </p:sp>
      <p:sp>
        <p:nvSpPr>
          <p:cNvPr id="18" name="Shape 16"/>
          <p:cNvSpPr/>
          <p:nvPr/>
        </p:nvSpPr>
        <p:spPr>
          <a:xfrm>
            <a:off x="7863840" y="2468880"/>
            <a:ext cx="3687775" cy="2344420"/>
          </a:xfrm>
          <a:prstGeom prst="roundRect">
            <a:avLst>
              <a:gd name="adj" fmla="val 1714"/>
            </a:avLst>
          </a:prstGeom>
          <a:solidFill>
            <a:srgbClr val="F3F6FC"/>
          </a:solidFill>
          <a:ln w="12700">
            <a:solidFill>
              <a:srgbClr val="E3E0EA"/>
            </a:solidFill>
            <a:prstDash val="solid"/>
          </a:ln>
        </p:spPr>
        <p:txBody>
          <a:bodyPr/>
          <a:lstStyle/>
          <a:p>
            <a:endParaRPr lang="en-US"/>
          </a:p>
        </p:txBody>
      </p:sp>
      <p:sp>
        <p:nvSpPr>
          <p:cNvPr id="19" name="Text 17"/>
          <p:cNvSpPr/>
          <p:nvPr/>
        </p:nvSpPr>
        <p:spPr>
          <a:xfrm>
            <a:off x="8138159" y="2651760"/>
            <a:ext cx="3139135" cy="292608"/>
          </a:xfrm>
          <a:prstGeom prst="rect">
            <a:avLst/>
          </a:prstGeom>
          <a:noFill/>
          <a:ln/>
        </p:spPr>
        <p:txBody>
          <a:bodyPr wrap="square" lIns="0" tIns="0" rIns="0" bIns="0" rtlCol="0" anchor="ctr"/>
          <a:lstStyle/>
          <a:p>
            <a:pPr marL="0" indent="0">
              <a:buNone/>
            </a:pPr>
            <a:r>
              <a:rPr lang="en-US" sz="1400" b="1" dirty="0">
                <a:solidFill>
                  <a:srgbClr val="201243"/>
                </a:solidFill>
                <a:latin typeface="Calibri" pitchFamily="34" charset="0"/>
                <a:ea typeface="Calibri" pitchFamily="34" charset="-122"/>
                <a:cs typeface="Calibri" pitchFamily="34" charset="-120"/>
              </a:rPr>
              <a:t>Benefits of Retaining Equity in Your Center </a:t>
            </a:r>
            <a:endParaRPr lang="en-US" sz="1400" dirty="0"/>
          </a:p>
        </p:txBody>
      </p:sp>
      <p:sp>
        <p:nvSpPr>
          <p:cNvPr id="20" name="Text 18"/>
          <p:cNvSpPr/>
          <p:nvPr/>
        </p:nvSpPr>
        <p:spPr>
          <a:xfrm>
            <a:off x="8183880" y="3284298"/>
            <a:ext cx="3093415" cy="1346241"/>
          </a:xfrm>
          <a:prstGeom prst="rect">
            <a:avLst/>
          </a:prstGeom>
          <a:noFill/>
          <a:ln/>
        </p:spPr>
        <p:txBody>
          <a:bodyPr wrap="square" lIns="0" tIns="0" rIns="0" bIns="0" rtlCol="0" anchor="t"/>
          <a:lstStyle/>
          <a:p>
            <a:pPr marL="171450" indent="-171450">
              <a:lnSpc>
                <a:spcPts val="1500"/>
              </a:lnSpc>
              <a:spcAft>
                <a:spcPts val="1100"/>
              </a:spcAft>
              <a:buSzPct val="100000"/>
              <a:buChar char="•"/>
            </a:pPr>
            <a:r>
              <a:rPr lang="en-US" sz="1150" dirty="0">
                <a:solidFill>
                  <a:srgbClr val="3B3350"/>
                </a:solidFill>
                <a:latin typeface="Calibri" pitchFamily="34" charset="0"/>
                <a:ea typeface="Calibri" pitchFamily="34" charset="-122"/>
                <a:cs typeface="Calibri" pitchFamily="34" charset="-120"/>
              </a:rPr>
              <a:t>Meaningful cash consideration at close</a:t>
            </a:r>
          </a:p>
          <a:p>
            <a:pPr marL="171450" indent="-171450">
              <a:lnSpc>
                <a:spcPts val="1500"/>
              </a:lnSpc>
              <a:spcAft>
                <a:spcPts val="1100"/>
              </a:spcAft>
              <a:buSzPct val="100000"/>
              <a:buChar char="•"/>
            </a:pPr>
            <a:r>
              <a:rPr lang="en-US" sz="1150" dirty="0">
                <a:solidFill>
                  <a:srgbClr val="3B3350"/>
                </a:solidFill>
                <a:latin typeface="Calibri" pitchFamily="34" charset="0"/>
                <a:ea typeface="Calibri" pitchFamily="34" charset="-122"/>
                <a:cs typeface="Calibri" pitchFamily="34" charset="-120"/>
              </a:rPr>
              <a:t>Continued ownership in your own business</a:t>
            </a:r>
            <a:endParaRPr lang="en-US" sz="1150" dirty="0"/>
          </a:p>
          <a:p>
            <a:pPr marL="171450" indent="-171450">
              <a:lnSpc>
                <a:spcPts val="1500"/>
              </a:lnSpc>
              <a:spcAft>
                <a:spcPts val="1100"/>
              </a:spcAft>
              <a:buSzPct val="100000"/>
              <a:buChar char="•"/>
            </a:pPr>
            <a:r>
              <a:rPr lang="en-US" sz="1150" dirty="0">
                <a:solidFill>
                  <a:srgbClr val="3B3350"/>
                </a:solidFill>
                <a:latin typeface="Calibri" pitchFamily="34" charset="0"/>
                <a:ea typeface="Calibri" pitchFamily="34" charset="-122"/>
                <a:cs typeface="Calibri" pitchFamily="34" charset="-120"/>
              </a:rPr>
              <a:t>Distributions rise as site cash flow improves</a:t>
            </a:r>
            <a:endParaRPr lang="en-US" sz="1150" dirty="0"/>
          </a:p>
        </p:txBody>
      </p:sp>
      <p:sp>
        <p:nvSpPr>
          <p:cNvPr id="21" name="Text 19"/>
          <p:cNvSpPr/>
          <p:nvPr/>
        </p:nvSpPr>
        <p:spPr>
          <a:xfrm>
            <a:off x="635000" y="6032500"/>
            <a:ext cx="10909300" cy="368300"/>
          </a:xfrm>
          <a:prstGeom prst="rect">
            <a:avLst/>
          </a:prstGeom>
          <a:noFill/>
          <a:ln/>
        </p:spPr>
        <p:txBody>
          <a:bodyPr wrap="square" lIns="0" tIns="0" rIns="0" bIns="0" rtlCol="0" anchor="t" anchorCtr="0">
            <a:noAutofit/>
          </a:bodyPr>
          <a:lstStyle/>
          <a:p>
            <a:pPr marL="0" indent="0">
              <a:buNone/>
            </a:pPr>
            <a:r>
              <a:rPr lang="en-US" sz="900" i="1" dirty="0">
                <a:solidFill>
                  <a:srgbClr val="837D94"/>
                </a:solidFill>
                <a:latin typeface="Calibri" pitchFamily="34" charset="0"/>
                <a:ea typeface="Calibri" pitchFamily="34" charset="-122"/>
                <a:cs typeface="Calibri" pitchFamily="34" charset="-120"/>
              </a:rPr>
              <a:t>Note: Figures are illustrative. The $1.0M to $1.7M EBITDA path shown is the same single-center example presented earlier in this presentation. Retained ownership percentage and resulting cash flow shown for illustration only.</a:t>
            </a:r>
            <a:endParaRPr lang="en-US" sz="900" dirty="0"/>
          </a:p>
        </p:txBody>
      </p:sp>
      <p:sp>
        <p:nvSpPr>
          <p:cNvPr id="22" name="Text 20"/>
          <p:cNvSpPr/>
          <p:nvPr/>
        </p:nvSpPr>
        <p:spPr>
          <a:xfrm>
            <a:off x="640080" y="6400800"/>
            <a:ext cx="3657600" cy="228600"/>
          </a:xfrm>
          <a:prstGeom prst="rect">
            <a:avLst/>
          </a:prstGeom>
          <a:noFill/>
          <a:ln/>
        </p:spPr>
        <p:txBody>
          <a:bodyPr wrap="square" lIns="0" tIns="0" rIns="0" bIns="0" rtlCol="0" anchor="ctr"/>
          <a:lstStyle/>
          <a:p>
            <a:pPr marL="0" indent="0">
              <a:buNone/>
            </a:pPr>
            <a:r>
              <a:rPr lang="en-US" sz="900" dirty="0">
                <a:solidFill>
                  <a:srgbClr val="837D94"/>
                </a:solidFill>
                <a:latin typeface="Calibri" pitchFamily="34" charset="0"/>
                <a:ea typeface="Calibri" pitchFamily="34" charset="-122"/>
                <a:cs typeface="Calibri" pitchFamily="34" charset="-120"/>
              </a:rPr>
              <a:t>RadX inc.  ·  Confidential</a:t>
            </a:r>
            <a:endParaRPr lang="en-US" sz="900" dirty="0"/>
          </a:p>
        </p:txBody>
      </p:sp>
      <p:sp>
        <p:nvSpPr>
          <p:cNvPr id="23" name="Text 21"/>
          <p:cNvSpPr/>
          <p:nvPr/>
        </p:nvSpPr>
        <p:spPr>
          <a:xfrm>
            <a:off x="4206240" y="6400800"/>
            <a:ext cx="6583680" cy="228600"/>
          </a:xfrm>
          <a:prstGeom prst="rect">
            <a:avLst/>
          </a:prstGeom>
          <a:noFill/>
          <a:ln/>
        </p:spPr>
        <p:txBody>
          <a:bodyPr wrap="square" lIns="0" tIns="0" rIns="0" bIns="0" rtlCol="0" anchor="ctr"/>
          <a:lstStyle/>
          <a:p>
            <a:pPr marL="0" indent="0" algn="ctr">
              <a:buNone/>
            </a:pPr>
            <a:r>
              <a:rPr lang="en-US" sz="900" dirty="0">
                <a:solidFill>
                  <a:srgbClr val="B03A3A"/>
                </a:solidFill>
                <a:latin typeface="Calibri" pitchFamily="34" charset="0"/>
                <a:ea typeface="Calibri" pitchFamily="34" charset="-122"/>
                <a:cs typeface="Calibri" pitchFamily="34" charset="-120"/>
              </a:rPr>
              <a:t>Presentation Does Not Constitute a Binding Offer - Figures Subject to Confirmatory Due Diligence</a:t>
            </a:r>
            <a:endParaRPr lang="en-US" sz="900" dirty="0"/>
          </a:p>
        </p:txBody>
      </p:sp>
      <p:sp>
        <p:nvSpPr>
          <p:cNvPr id="24" name="Text 22"/>
          <p:cNvSpPr/>
          <p:nvPr/>
        </p:nvSpPr>
        <p:spPr>
          <a:xfrm>
            <a:off x="11002975" y="6400800"/>
            <a:ext cx="548640" cy="228600"/>
          </a:xfrm>
          <a:prstGeom prst="rect">
            <a:avLst/>
          </a:prstGeom>
          <a:noFill/>
          <a:ln/>
        </p:spPr>
        <p:txBody>
          <a:bodyPr wrap="square" lIns="0" tIns="0" rIns="0" bIns="0" rtlCol="0" anchor="ctr"/>
          <a:lstStyle/>
          <a:p>
            <a:pPr marL="0" indent="0" algn="r">
              <a:buNone/>
            </a:pPr>
            <a:r>
              <a:rPr lang="en-US" sz="1000" b="1" dirty="0">
                <a:solidFill>
                  <a:srgbClr val="201243"/>
                </a:solidFill>
                <a:latin typeface="Calibri" pitchFamily="34" charset="0"/>
                <a:ea typeface="Calibri" pitchFamily="34" charset="-122"/>
                <a:cs typeface="Calibri" pitchFamily="34" charset="-120"/>
              </a:rPr>
              <a:t>13</a:t>
            </a:r>
            <a:endParaRPr lang="en-US" sz="1000" dirty="0"/>
          </a:p>
        </p:txBody>
      </p:sp>
      <p:graphicFrame>
        <p:nvGraphicFramePr>
          <p:cNvPr id="401" name="Pie Today"/>
          <p:cNvGraphicFramePr/>
          <p:nvPr/>
        </p:nvGraphicFramePr>
        <p:xfrm>
          <a:off x="1701800" y="3284298"/>
          <a:ext cx="1701800" cy="17018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02" name="Pie Improved"/>
          <p:cNvGraphicFramePr/>
          <p:nvPr/>
        </p:nvGraphicFramePr>
        <p:xfrm>
          <a:off x="4806950" y="2763323"/>
          <a:ext cx="2222500" cy="2222500"/>
        </p:xfrm>
        <a:graphic>
          <a:graphicData uri="http://schemas.openxmlformats.org/drawingml/2006/chart">
            <c:chart xmlns:c="http://schemas.openxmlformats.org/drawingml/2006/chart" xmlns:r="http://schemas.openxmlformats.org/officeDocument/2006/relationships" r:id="rId4"/>
          </a:graphicData>
        </a:graphic>
      </p:graphicFrame>
      <p:sp>
        <p:nvSpPr>
          <p:cNvPr id="11" name="PieTitleToday">
            <a:extLst>
              <a:ext uri="{FF2B5EF4-FFF2-40B4-BE49-F238E27FC236}">
                <a16:creationId xmlns:a16="http://schemas.microsoft.com/office/drawing/2014/main" id="{3D1DB569-26A8-46EA-8EE7-C8FB211D57AB}"/>
              </a:ext>
            </a:extLst>
          </p:cNvPr>
          <p:cNvSpPr txBox="1"/>
          <p:nvPr/>
        </p:nvSpPr>
        <p:spPr>
          <a:xfrm>
            <a:off x="1409700" y="2904098"/>
            <a:ext cx="2286000" cy="279400"/>
          </a:xfrm>
          <a:prstGeom prst="rect">
            <a:avLst/>
          </a:prstGeom>
          <a:noFill/>
          <a:ln>
            <a:noFill/>
          </a:ln>
        </p:spPr>
        <p:txBody>
          <a:bodyPr vertOverflow="overflow" vert="horz" wrap="square" lIns="0" tIns="0" rIns="0" bIns="0" rtlCol="0" anchor="ctr" anchorCtr="0">
            <a:noAutofit/>
          </a:bodyPr>
          <a:lstStyle/>
          <a:p>
            <a:pPr marL="0" indent="0" algn="ctr">
              <a:buNone/>
            </a:pPr>
            <a:r>
              <a:rPr lang="en-US" sz="1400" b="1" dirty="0">
                <a:solidFill>
                  <a:srgbClr val="201243"/>
                </a:solidFill>
                <a:latin typeface="Calibri" pitchFamily="34" charset="0"/>
                <a:ea typeface="Calibri" pitchFamily="34" charset="-122"/>
                <a:cs typeface="Calibri" pitchFamily="34" charset="-120"/>
              </a:rPr>
              <a:t>$1.0M EBITDA</a:t>
            </a:r>
            <a:endParaRPr lang="en-US" sz="1400" b="1" dirty="0"/>
          </a:p>
        </p:txBody>
      </p:sp>
      <p:sp>
        <p:nvSpPr>
          <p:cNvPr id="12" name="PieCalloutToday">
            <a:extLst>
              <a:ext uri="{FF2B5EF4-FFF2-40B4-BE49-F238E27FC236}">
                <a16:creationId xmlns:a16="http://schemas.microsoft.com/office/drawing/2014/main" id="{54610266-56EA-45C1-B4C1-76599372FC6D}"/>
              </a:ext>
            </a:extLst>
          </p:cNvPr>
          <p:cNvSpPr/>
          <p:nvPr/>
        </p:nvSpPr>
        <p:spPr>
          <a:xfrm>
            <a:off x="1346200" y="5105400"/>
            <a:ext cx="2413000" cy="698500"/>
          </a:xfrm>
          <a:prstGeom prst="roundRect">
            <a:avLst/>
          </a:prstGeom>
          <a:solidFill>
            <a:srgbClr val="F3F6F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lIns="45720" tIns="45720" rIns="45720" bIns="45720" rtlCol="0" anchor="ctr" anchorCtr="0">
            <a:noAutofit/>
          </a:bodyPr>
          <a:lstStyle/>
          <a:p>
            <a:pPr marL="0" indent="0" algn="ctr">
              <a:lnSpc>
                <a:spcPts val="2600"/>
              </a:lnSpc>
              <a:buNone/>
            </a:pPr>
            <a:r>
              <a:rPr lang="en-US" sz="2400" b="1" dirty="0">
                <a:solidFill>
                  <a:srgbClr val="6585C7"/>
                </a:solidFill>
                <a:latin typeface="Calibri" pitchFamily="34" charset="0"/>
                <a:ea typeface="Calibri" pitchFamily="34" charset="-122"/>
                <a:cs typeface="Calibri" pitchFamily="34" charset="-120"/>
              </a:rPr>
              <a:t>$200K</a:t>
            </a:r>
            <a:endParaRPr lang="en-US" sz="2400" b="1" dirty="0"/>
          </a:p>
          <a:p>
            <a:pPr marL="0" indent="0" algn="ctr">
              <a:lnSpc>
                <a:spcPts val="1400"/>
              </a:lnSpc>
              <a:spcBef>
                <a:spcPts val="200"/>
              </a:spcBef>
              <a:buNone/>
            </a:pPr>
            <a:r>
              <a:rPr lang="en-US" sz="1100" dirty="0">
                <a:solidFill>
                  <a:srgbClr val="3B3350"/>
                </a:solidFill>
                <a:latin typeface="Calibri" pitchFamily="34" charset="0"/>
                <a:ea typeface="Calibri" pitchFamily="34" charset="-122"/>
                <a:cs typeface="Calibri" pitchFamily="34" charset="-120"/>
              </a:rPr>
              <a:t>20% ownership of $1.0M EBITDA</a:t>
            </a:r>
            <a:endParaRPr lang="en-US" sz="1100" dirty="0"/>
          </a:p>
        </p:txBody>
      </p:sp>
      <p:sp>
        <p:nvSpPr>
          <p:cNvPr id="13" name="PieTitleImproved">
            <a:extLst>
              <a:ext uri="{FF2B5EF4-FFF2-40B4-BE49-F238E27FC236}">
                <a16:creationId xmlns:a16="http://schemas.microsoft.com/office/drawing/2014/main" id="{230AE36C-16FA-4CD8-AAD3-1C9E1E1AA03B}"/>
              </a:ext>
            </a:extLst>
          </p:cNvPr>
          <p:cNvSpPr txBox="1"/>
          <p:nvPr/>
        </p:nvSpPr>
        <p:spPr>
          <a:xfrm>
            <a:off x="4775200" y="2382323"/>
            <a:ext cx="2286000" cy="279400"/>
          </a:xfrm>
          <a:prstGeom prst="rect">
            <a:avLst/>
          </a:prstGeom>
          <a:noFill/>
          <a:ln>
            <a:noFill/>
          </a:ln>
        </p:spPr>
        <p:txBody>
          <a:bodyPr vertOverflow="overflow" vert="horz" wrap="square" lIns="0" tIns="0" rIns="0" bIns="0" rtlCol="0" anchor="ctr" anchorCtr="0">
            <a:noAutofit/>
          </a:bodyPr>
          <a:lstStyle/>
          <a:p>
            <a:pPr marL="0" indent="0" algn="ctr">
              <a:buNone/>
            </a:pPr>
            <a:r>
              <a:rPr lang="en-US" sz="1400" b="1" dirty="0">
                <a:solidFill>
                  <a:srgbClr val="201243"/>
                </a:solidFill>
                <a:latin typeface="Calibri" pitchFamily="34" charset="0"/>
                <a:ea typeface="Calibri" pitchFamily="34" charset="-122"/>
                <a:cs typeface="Calibri" pitchFamily="34" charset="-120"/>
              </a:rPr>
              <a:t>$1.7M EBITDA</a:t>
            </a:r>
            <a:endParaRPr lang="en-US" sz="1400" b="1" dirty="0"/>
          </a:p>
        </p:txBody>
      </p:sp>
      <p:sp>
        <p:nvSpPr>
          <p:cNvPr id="14" name="PieCalloutImproved">
            <a:extLst>
              <a:ext uri="{FF2B5EF4-FFF2-40B4-BE49-F238E27FC236}">
                <a16:creationId xmlns:a16="http://schemas.microsoft.com/office/drawing/2014/main" id="{9448A1E9-D0BA-4BEC-9175-7995602EFB9D}"/>
              </a:ext>
            </a:extLst>
          </p:cNvPr>
          <p:cNvSpPr/>
          <p:nvPr/>
        </p:nvSpPr>
        <p:spPr>
          <a:xfrm>
            <a:off x="4711700" y="5105400"/>
            <a:ext cx="2413000" cy="698500"/>
          </a:xfrm>
          <a:prstGeom prst="roundRect">
            <a:avLst/>
          </a:prstGeom>
          <a:solidFill>
            <a:srgbClr val="F3F6F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lIns="45720" tIns="45720" rIns="45720" bIns="45720" rtlCol="0" anchor="ctr" anchorCtr="0">
            <a:noAutofit/>
          </a:bodyPr>
          <a:lstStyle/>
          <a:p>
            <a:pPr marL="0" indent="0" algn="ctr">
              <a:lnSpc>
                <a:spcPts val="2600"/>
              </a:lnSpc>
              <a:buNone/>
            </a:pPr>
            <a:r>
              <a:rPr lang="en-US" sz="2400" b="1" dirty="0">
                <a:solidFill>
                  <a:srgbClr val="6585C7"/>
                </a:solidFill>
                <a:latin typeface="Calibri" pitchFamily="34" charset="0"/>
                <a:ea typeface="Calibri" pitchFamily="34" charset="-122"/>
                <a:cs typeface="Calibri" pitchFamily="34" charset="-120"/>
              </a:rPr>
              <a:t>$340K</a:t>
            </a:r>
            <a:endParaRPr lang="en-US" sz="2400" b="1" dirty="0"/>
          </a:p>
          <a:p>
            <a:pPr marL="0" indent="0" algn="ctr">
              <a:lnSpc>
                <a:spcPts val="1400"/>
              </a:lnSpc>
              <a:spcBef>
                <a:spcPts val="200"/>
              </a:spcBef>
              <a:buNone/>
            </a:pPr>
            <a:r>
              <a:rPr lang="en-US" sz="1100" dirty="0">
                <a:solidFill>
                  <a:srgbClr val="3B3350"/>
                </a:solidFill>
                <a:latin typeface="Calibri" pitchFamily="34" charset="0"/>
                <a:ea typeface="Calibri" pitchFamily="34" charset="-122"/>
                <a:cs typeface="Calibri" pitchFamily="34" charset="-120"/>
              </a:rPr>
              <a:t>20% ownership of $1.7M EBITDA</a:t>
            </a:r>
            <a:endParaRPr lang="en-US" sz="1100" dirty="0"/>
          </a:p>
        </p:txBody>
      </p:sp>
      <p:sp>
        <p:nvSpPr>
          <p:cNvPr id="8" name="PieTitleToday">
            <a:extLst>
              <a:ext uri="{FF2B5EF4-FFF2-40B4-BE49-F238E27FC236}">
                <a16:creationId xmlns:a16="http://schemas.microsoft.com/office/drawing/2014/main" id="{0793925E-0B4F-EAA9-0573-D97C869FB135}"/>
              </a:ext>
            </a:extLst>
          </p:cNvPr>
          <p:cNvSpPr txBox="1"/>
          <p:nvPr/>
        </p:nvSpPr>
        <p:spPr>
          <a:xfrm>
            <a:off x="2154338" y="3550417"/>
            <a:ext cx="1419425" cy="279400"/>
          </a:xfrm>
          <a:prstGeom prst="rect">
            <a:avLst/>
          </a:prstGeom>
          <a:noFill/>
          <a:ln>
            <a:noFill/>
          </a:ln>
        </p:spPr>
        <p:txBody>
          <a:bodyPr vertOverflow="overflow" vert="horz" wrap="square" lIns="0" tIns="0" rIns="0" bIns="0" rtlCol="0" anchor="ctr" anchorCtr="0">
            <a:noAutofit/>
          </a:bodyPr>
          <a:lstStyle/>
          <a:p>
            <a:pPr marL="0" indent="0" algn="ctr">
              <a:buNone/>
            </a:pPr>
            <a:r>
              <a:rPr lang="en-US" sz="1400" b="1" dirty="0">
                <a:solidFill>
                  <a:schemeClr val="bg1"/>
                </a:solidFill>
                <a:latin typeface="Calibri" pitchFamily="34" charset="0"/>
                <a:ea typeface="Calibri" pitchFamily="34" charset="-122"/>
                <a:cs typeface="Calibri" pitchFamily="34" charset="-120"/>
              </a:rPr>
              <a:t>20%</a:t>
            </a:r>
            <a:endParaRPr lang="en-US" sz="1400" b="1" dirty="0">
              <a:solidFill>
                <a:schemeClr val="bg1"/>
              </a:solidFill>
            </a:endParaRPr>
          </a:p>
        </p:txBody>
      </p:sp>
      <p:sp>
        <p:nvSpPr>
          <p:cNvPr id="10" name="PieTitleToday">
            <a:extLst>
              <a:ext uri="{FF2B5EF4-FFF2-40B4-BE49-F238E27FC236}">
                <a16:creationId xmlns:a16="http://schemas.microsoft.com/office/drawing/2014/main" id="{ABD5A102-E0EA-7581-D3C2-A223A80BBD81}"/>
              </a:ext>
            </a:extLst>
          </p:cNvPr>
          <p:cNvSpPr txBox="1"/>
          <p:nvPr/>
        </p:nvSpPr>
        <p:spPr>
          <a:xfrm>
            <a:off x="5641775" y="3116891"/>
            <a:ext cx="1419425" cy="279400"/>
          </a:xfrm>
          <a:prstGeom prst="rect">
            <a:avLst/>
          </a:prstGeom>
          <a:noFill/>
          <a:ln>
            <a:noFill/>
          </a:ln>
        </p:spPr>
        <p:txBody>
          <a:bodyPr vertOverflow="overflow" vert="horz" wrap="square" lIns="0" tIns="0" rIns="0" bIns="0" rtlCol="0" anchor="ctr" anchorCtr="0">
            <a:noAutofit/>
          </a:bodyPr>
          <a:lstStyle/>
          <a:p>
            <a:pPr marL="0" indent="0" algn="ctr">
              <a:buNone/>
            </a:pPr>
            <a:r>
              <a:rPr lang="en-US" sz="1400" b="1" dirty="0">
                <a:solidFill>
                  <a:schemeClr val="bg1"/>
                </a:solidFill>
                <a:latin typeface="Calibri" pitchFamily="34" charset="0"/>
                <a:ea typeface="Calibri" pitchFamily="34" charset="-122"/>
                <a:cs typeface="Calibri" pitchFamily="34" charset="-120"/>
              </a:rPr>
              <a:t>20%</a:t>
            </a:r>
            <a:endParaRPr lang="en-US" sz="1400" b="1" dirty="0">
              <a:solidFill>
                <a:schemeClr val="bg1"/>
              </a:solidFill>
            </a:endParaRPr>
          </a:p>
        </p:txBody>
      </p:sp>
      <p:sp>
        <p:nvSpPr>
          <p:cNvPr id="17" name="CalloutAccent12">
            <a:extLst>
              <a:ext uri="{FF2B5EF4-FFF2-40B4-BE49-F238E27FC236}">
                <a16:creationId xmlns:a16="http://schemas.microsoft.com/office/drawing/2014/main" id="{B0C2E82A-03A1-4CFF-9CB7-055E659A2E6C}"/>
              </a:ext>
            </a:extLst>
          </p:cNvPr>
          <p:cNvSpPr/>
          <p:nvPr/>
        </p:nvSpPr>
        <p:spPr>
          <a:xfrm>
            <a:off x="1346200" y="5105400"/>
            <a:ext cx="2413000" cy="38100"/>
          </a:xfrm>
          <a:prstGeom prst="rect">
            <a:avLst/>
          </a:prstGeom>
          <a:solidFill>
            <a:srgbClr val="6585C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5" name="CalloutAccent14">
            <a:extLst>
              <a:ext uri="{FF2B5EF4-FFF2-40B4-BE49-F238E27FC236}">
                <a16:creationId xmlns:a16="http://schemas.microsoft.com/office/drawing/2014/main" id="{E1354C0B-567C-4DFA-B13B-37228E5ABF2F}"/>
              </a:ext>
            </a:extLst>
          </p:cNvPr>
          <p:cNvSpPr/>
          <p:nvPr/>
        </p:nvSpPr>
        <p:spPr>
          <a:xfrm>
            <a:off x="4711700" y="5105400"/>
            <a:ext cx="2413000" cy="38100"/>
          </a:xfrm>
          <a:prstGeom prst="rect">
            <a:avLst/>
          </a:prstGeom>
          <a:solidFill>
            <a:srgbClr val="6585C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7" name="PieCalloutImproved">
            <a:extLst>
              <a:ext uri="{FF2B5EF4-FFF2-40B4-BE49-F238E27FC236}">
                <a16:creationId xmlns:a16="http://schemas.microsoft.com/office/drawing/2014/main" id="{59F00168-1589-417C-423A-D6F1235A5A69}"/>
              </a:ext>
            </a:extLst>
          </p:cNvPr>
          <p:cNvSpPr/>
          <p:nvPr/>
        </p:nvSpPr>
        <p:spPr>
          <a:xfrm>
            <a:off x="7863839" y="5105400"/>
            <a:ext cx="3687776" cy="698500"/>
          </a:xfrm>
          <a:prstGeom prst="roundRect">
            <a:avLst/>
          </a:prstGeom>
          <a:solidFill>
            <a:srgbClr val="F3F6F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lIns="45720" tIns="45720" rIns="45720" bIns="45720" rtlCol="0" anchor="ctr" anchorCtr="0">
            <a:noAutofit/>
          </a:bodyPr>
          <a:lstStyle/>
          <a:p>
            <a:pPr algn="ctr">
              <a:lnSpc>
                <a:spcPts val="2600"/>
              </a:lnSpc>
              <a:spcBef>
                <a:spcPts val="200"/>
              </a:spcBef>
            </a:pPr>
            <a:r>
              <a:rPr lang="en-US" sz="2400" b="1" dirty="0">
                <a:solidFill>
                  <a:srgbClr val="6585C7"/>
                </a:solidFill>
                <a:latin typeface="Calibri" pitchFamily="34" charset="0"/>
                <a:ea typeface="Calibri" pitchFamily="34" charset="-122"/>
                <a:cs typeface="Calibri" pitchFamily="34" charset="-120"/>
              </a:rPr>
              <a:t>+$140K per year</a:t>
            </a:r>
          </a:p>
          <a:p>
            <a:pPr algn="ctr">
              <a:lnSpc>
                <a:spcPts val="1400"/>
              </a:lnSpc>
              <a:spcBef>
                <a:spcPts val="200"/>
              </a:spcBef>
            </a:pPr>
            <a:r>
              <a:rPr lang="en-US" sz="1100" dirty="0">
                <a:solidFill>
                  <a:srgbClr val="3B3350"/>
                </a:solidFill>
                <a:latin typeface="Calibri" pitchFamily="34" charset="0"/>
                <a:ea typeface="Calibri" pitchFamily="34" charset="-122"/>
                <a:cs typeface="Calibri" pitchFamily="34" charset="-120"/>
              </a:rPr>
              <a:t>on the same 20% stake</a:t>
            </a:r>
          </a:p>
        </p:txBody>
      </p:sp>
      <p:sp>
        <p:nvSpPr>
          <p:cNvPr id="28" name="CalloutAccent14">
            <a:extLst>
              <a:ext uri="{FF2B5EF4-FFF2-40B4-BE49-F238E27FC236}">
                <a16:creationId xmlns:a16="http://schemas.microsoft.com/office/drawing/2014/main" id="{822FA983-099B-73FC-5D49-E4FA3FF94343}"/>
              </a:ext>
            </a:extLst>
          </p:cNvPr>
          <p:cNvSpPr/>
          <p:nvPr/>
        </p:nvSpPr>
        <p:spPr>
          <a:xfrm>
            <a:off x="7863840" y="5105400"/>
            <a:ext cx="3685032" cy="38100"/>
          </a:xfrm>
          <a:prstGeom prst="rect">
            <a:avLst/>
          </a:prstGeom>
          <a:solidFill>
            <a:srgbClr val="6585C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9" name="Arrow: Right 28">
            <a:extLst>
              <a:ext uri="{FF2B5EF4-FFF2-40B4-BE49-F238E27FC236}">
                <a16:creationId xmlns:a16="http://schemas.microsoft.com/office/drawing/2014/main" id="{F33A9A94-8755-B34F-78F6-EB998E1169AA}"/>
              </a:ext>
            </a:extLst>
          </p:cNvPr>
          <p:cNvSpPr/>
          <p:nvPr/>
        </p:nvSpPr>
        <p:spPr>
          <a:xfrm>
            <a:off x="4026178" y="3685109"/>
            <a:ext cx="418542" cy="755113"/>
          </a:xfrm>
          <a:prstGeom prst="rightArrow">
            <a:avLst/>
          </a:prstGeom>
          <a:solidFill>
            <a:srgbClr val="6585C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CalloutAccent12">
            <a:extLst>
              <a:ext uri="{FF2B5EF4-FFF2-40B4-BE49-F238E27FC236}">
                <a16:creationId xmlns:a16="http://schemas.microsoft.com/office/drawing/2014/main" id="{EF8C6730-DE60-155B-F291-BE436E75D600}"/>
              </a:ext>
            </a:extLst>
          </p:cNvPr>
          <p:cNvSpPr/>
          <p:nvPr/>
        </p:nvSpPr>
        <p:spPr>
          <a:xfrm>
            <a:off x="1346200" y="2144479"/>
            <a:ext cx="2413000" cy="38100"/>
          </a:xfrm>
          <a:prstGeom prst="rect">
            <a:avLst/>
          </a:prstGeom>
          <a:solidFill>
            <a:srgbClr val="6585C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1" name="CalloutAccent14">
            <a:extLst>
              <a:ext uri="{FF2B5EF4-FFF2-40B4-BE49-F238E27FC236}">
                <a16:creationId xmlns:a16="http://schemas.microsoft.com/office/drawing/2014/main" id="{D2111C64-7F23-C5A7-6C30-3695B4E42FCD}"/>
              </a:ext>
            </a:extLst>
          </p:cNvPr>
          <p:cNvSpPr/>
          <p:nvPr/>
        </p:nvSpPr>
        <p:spPr>
          <a:xfrm>
            <a:off x="4711700" y="2144479"/>
            <a:ext cx="2413000" cy="38100"/>
          </a:xfrm>
          <a:prstGeom prst="rect">
            <a:avLst/>
          </a:prstGeom>
          <a:solidFill>
            <a:srgbClr val="6585C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12497488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10180015" y="347472"/>
            <a:ext cx="1371600" cy="274320"/>
          </a:xfrm>
          <a:prstGeom prst="rect">
            <a:avLst/>
          </a:prstGeom>
          <a:noFill/>
          <a:ln/>
        </p:spPr>
        <p:txBody>
          <a:bodyPr wrap="square" lIns="0" tIns="0" rIns="0" bIns="0" rtlCol="0" anchor="ctr"/>
          <a:lstStyle/>
          <a:p>
            <a:pPr marL="0" indent="0" algn="r">
              <a:buNone/>
            </a:pPr>
            <a:r>
              <a:rPr lang="en-US" sz="1500" b="1" dirty="0">
                <a:solidFill>
                  <a:srgbClr val="201243"/>
                </a:solidFill>
                <a:latin typeface="Calibri" pitchFamily="34" charset="0"/>
                <a:ea typeface="Calibri" pitchFamily="34" charset="-122"/>
                <a:cs typeface="Calibri" pitchFamily="34" charset="-120"/>
              </a:rPr>
              <a:t>RadX</a:t>
            </a:r>
            <a:endParaRPr lang="en-US" sz="1500" dirty="0"/>
          </a:p>
        </p:txBody>
      </p:sp>
      <p:sp>
        <p:nvSpPr>
          <p:cNvPr id="3" name="Text 1"/>
          <p:cNvSpPr/>
          <p:nvPr/>
        </p:nvSpPr>
        <p:spPr>
          <a:xfrm>
            <a:off x="640080" y="347472"/>
            <a:ext cx="9326880" cy="457200"/>
          </a:xfrm>
          <a:prstGeom prst="rect">
            <a:avLst/>
          </a:prstGeom>
          <a:noFill/>
          <a:ln/>
        </p:spPr>
        <p:txBody>
          <a:bodyPr wrap="square" lIns="0" tIns="0" rIns="0" bIns="0" rtlCol="0" anchor="ctr"/>
          <a:lstStyle/>
          <a:p>
            <a:pPr marL="0" indent="0">
              <a:buNone/>
            </a:pPr>
            <a:r>
              <a:rPr lang="en-US" sz="2700" b="1" dirty="0">
                <a:solidFill>
                  <a:srgbClr val="201243"/>
                </a:solidFill>
                <a:latin typeface="Calibri" pitchFamily="34" charset="0"/>
                <a:ea typeface="Calibri" pitchFamily="34" charset="-122"/>
                <a:cs typeface="Calibri" pitchFamily="34" charset="-120"/>
              </a:rPr>
              <a:t>Overview of Path to Close</a:t>
            </a:r>
            <a:endParaRPr lang="en-US" sz="2700" dirty="0"/>
          </a:p>
        </p:txBody>
      </p:sp>
      <p:sp>
        <p:nvSpPr>
          <p:cNvPr id="4" name="Text 2"/>
          <p:cNvSpPr/>
          <p:nvPr/>
        </p:nvSpPr>
        <p:spPr>
          <a:xfrm>
            <a:off x="640080" y="841248"/>
            <a:ext cx="10515600" cy="292608"/>
          </a:xfrm>
          <a:prstGeom prst="rect">
            <a:avLst/>
          </a:prstGeom>
          <a:noFill/>
          <a:ln/>
        </p:spPr>
        <p:txBody>
          <a:bodyPr wrap="square" lIns="0" tIns="0" rIns="0" bIns="0" rtlCol="0" anchor="ctr"/>
          <a:lstStyle/>
          <a:p>
            <a:pPr marL="0" indent="0">
              <a:buNone/>
            </a:pPr>
            <a:r>
              <a:rPr lang="en-US" sz="1300" i="1" dirty="0">
                <a:solidFill>
                  <a:srgbClr val="837D94"/>
                </a:solidFill>
                <a:latin typeface="Calibri" pitchFamily="34" charset="0"/>
                <a:ea typeface="Calibri" pitchFamily="34" charset="-122"/>
                <a:cs typeface="Calibri" pitchFamily="34" charset="-120"/>
              </a:rPr>
              <a:t>RadX is prepared to move from signed LOI to closing in approximately 90 days</a:t>
            </a:r>
            <a:endParaRPr lang="en-US" sz="1300" dirty="0"/>
          </a:p>
        </p:txBody>
      </p:sp>
      <p:sp>
        <p:nvSpPr>
          <p:cNvPr id="5" name="Shape 3"/>
          <p:cNvSpPr/>
          <p:nvPr/>
        </p:nvSpPr>
        <p:spPr>
          <a:xfrm>
            <a:off x="640080" y="1207008"/>
            <a:ext cx="10911535" cy="18288"/>
          </a:xfrm>
          <a:prstGeom prst="rect">
            <a:avLst/>
          </a:prstGeom>
          <a:solidFill>
            <a:srgbClr val="201243"/>
          </a:solidFill>
          <a:ln/>
        </p:spPr>
        <p:txBody>
          <a:bodyPr/>
          <a:lstStyle/>
          <a:p>
            <a:endParaRPr lang="en-US"/>
          </a:p>
        </p:txBody>
      </p:sp>
      <p:sp>
        <p:nvSpPr>
          <p:cNvPr id="6" name="Shape 4"/>
          <p:cNvSpPr/>
          <p:nvPr/>
        </p:nvSpPr>
        <p:spPr>
          <a:xfrm>
            <a:off x="822960" y="3401568"/>
            <a:ext cx="10545775" cy="32004"/>
          </a:xfrm>
          <a:prstGeom prst="rect">
            <a:avLst/>
          </a:prstGeom>
          <a:solidFill>
            <a:srgbClr val="201243"/>
          </a:solidFill>
          <a:ln/>
        </p:spPr>
        <p:txBody>
          <a:bodyPr/>
          <a:lstStyle/>
          <a:p>
            <a:endParaRPr lang="en-US"/>
          </a:p>
        </p:txBody>
      </p:sp>
      <p:sp>
        <p:nvSpPr>
          <p:cNvPr id="7" name="Shape 5"/>
          <p:cNvSpPr/>
          <p:nvPr/>
        </p:nvSpPr>
        <p:spPr>
          <a:xfrm>
            <a:off x="1197864" y="3319272"/>
            <a:ext cx="201168" cy="201168"/>
          </a:xfrm>
          <a:prstGeom prst="ellipse">
            <a:avLst/>
          </a:prstGeom>
          <a:solidFill>
            <a:srgbClr val="825B90"/>
          </a:solidFill>
          <a:ln w="25400">
            <a:solidFill>
              <a:srgbClr val="FFFFFF"/>
            </a:solidFill>
            <a:prstDash val="solid"/>
          </a:ln>
        </p:spPr>
        <p:txBody>
          <a:bodyPr/>
          <a:lstStyle/>
          <a:p>
            <a:endParaRPr lang="en-US"/>
          </a:p>
        </p:txBody>
      </p:sp>
      <p:sp>
        <p:nvSpPr>
          <p:cNvPr id="8" name="Text 6"/>
          <p:cNvSpPr/>
          <p:nvPr/>
        </p:nvSpPr>
        <p:spPr>
          <a:xfrm>
            <a:off x="521208" y="2962656"/>
            <a:ext cx="1554480" cy="256032"/>
          </a:xfrm>
          <a:prstGeom prst="rect">
            <a:avLst/>
          </a:prstGeom>
          <a:noFill/>
          <a:ln/>
        </p:spPr>
        <p:txBody>
          <a:bodyPr wrap="square" lIns="0" tIns="0" rIns="0" bIns="0" rtlCol="0" anchor="ctr"/>
          <a:lstStyle/>
          <a:p>
            <a:pPr marL="0" indent="0" algn="ctr">
              <a:buNone/>
            </a:pPr>
            <a:r>
              <a:rPr lang="en-US" sz="1050" b="1" dirty="0">
                <a:solidFill>
                  <a:srgbClr val="201243"/>
                </a:solidFill>
                <a:latin typeface="Calibri" pitchFamily="34" charset="0"/>
                <a:ea typeface="Calibri" pitchFamily="34" charset="-122"/>
                <a:cs typeface="Calibri" pitchFamily="34" charset="-120"/>
              </a:rPr>
              <a:t>Today</a:t>
            </a:r>
            <a:endParaRPr lang="en-US" sz="1050" dirty="0"/>
          </a:p>
        </p:txBody>
      </p:sp>
      <p:sp>
        <p:nvSpPr>
          <p:cNvPr id="9" name="Shape 7"/>
          <p:cNvSpPr/>
          <p:nvPr/>
        </p:nvSpPr>
        <p:spPr>
          <a:xfrm>
            <a:off x="466344" y="1636776"/>
            <a:ext cx="1664208" cy="1261872"/>
          </a:xfrm>
          <a:prstGeom prst="roundRect">
            <a:avLst>
              <a:gd name="adj" fmla="val 4348"/>
            </a:avLst>
          </a:prstGeom>
          <a:solidFill>
            <a:srgbClr val="F3F6FC"/>
          </a:solidFill>
          <a:ln w="12700">
            <a:solidFill>
              <a:srgbClr val="D7D3DE"/>
            </a:solidFill>
            <a:prstDash val="solid"/>
          </a:ln>
        </p:spPr>
        <p:txBody>
          <a:bodyPr/>
          <a:lstStyle/>
          <a:p>
            <a:endParaRPr lang="en-US"/>
          </a:p>
        </p:txBody>
      </p:sp>
      <p:sp>
        <p:nvSpPr>
          <p:cNvPr id="10" name="Text 8"/>
          <p:cNvSpPr/>
          <p:nvPr/>
        </p:nvSpPr>
        <p:spPr>
          <a:xfrm>
            <a:off x="557784" y="1737360"/>
            <a:ext cx="1481328" cy="420624"/>
          </a:xfrm>
          <a:prstGeom prst="rect">
            <a:avLst/>
          </a:prstGeom>
          <a:noFill/>
          <a:ln/>
        </p:spPr>
        <p:txBody>
          <a:bodyPr wrap="square" lIns="0" tIns="0" rIns="0" bIns="0" rtlCol="0" anchor="t"/>
          <a:lstStyle/>
          <a:p>
            <a:pPr marL="0" indent="0" algn="ctr">
              <a:lnSpc>
                <a:spcPts val="1300"/>
              </a:lnSpc>
              <a:buNone/>
            </a:pPr>
            <a:r>
              <a:rPr lang="en-US" sz="1050" b="1" dirty="0">
                <a:solidFill>
                  <a:srgbClr val="201243"/>
                </a:solidFill>
                <a:latin typeface="Calibri" pitchFamily="34" charset="0"/>
                <a:ea typeface="Calibri" pitchFamily="34" charset="-122"/>
                <a:cs typeface="Calibri" pitchFamily="34" charset="-120"/>
              </a:rPr>
              <a:t>Indication of Interest</a:t>
            </a:r>
            <a:endParaRPr lang="en-US" sz="1050" dirty="0"/>
          </a:p>
        </p:txBody>
      </p:sp>
      <p:sp>
        <p:nvSpPr>
          <p:cNvPr id="11" name="Text 9"/>
          <p:cNvSpPr/>
          <p:nvPr/>
        </p:nvSpPr>
        <p:spPr>
          <a:xfrm>
            <a:off x="557784" y="2167128"/>
            <a:ext cx="1481328" cy="658368"/>
          </a:xfrm>
          <a:prstGeom prst="rect">
            <a:avLst/>
          </a:prstGeom>
          <a:noFill/>
          <a:ln/>
        </p:spPr>
        <p:txBody>
          <a:bodyPr wrap="square" lIns="0" tIns="0" rIns="0" bIns="0" rtlCol="0" anchor="t"/>
          <a:lstStyle/>
          <a:p>
            <a:pPr marL="0" indent="0" algn="ctr">
              <a:lnSpc>
                <a:spcPts val="1100"/>
              </a:lnSpc>
              <a:buNone/>
            </a:pPr>
            <a:r>
              <a:rPr lang="en-US" sz="850" dirty="0">
                <a:solidFill>
                  <a:srgbClr val="3B3350"/>
                </a:solidFill>
                <a:latin typeface="Calibri" pitchFamily="34" charset="0"/>
                <a:ea typeface="Calibri" pitchFamily="34" charset="-122"/>
                <a:cs typeface="Calibri" pitchFamily="34" charset="-120"/>
              </a:rPr>
              <a:t>Preliminary terms shared and mutual fit discussion</a:t>
            </a:r>
            <a:endParaRPr lang="en-US" sz="850" dirty="0"/>
          </a:p>
        </p:txBody>
      </p:sp>
      <p:sp>
        <p:nvSpPr>
          <p:cNvPr id="12" name="Shape 10"/>
          <p:cNvSpPr/>
          <p:nvPr/>
        </p:nvSpPr>
        <p:spPr>
          <a:xfrm>
            <a:off x="3116824" y="3319272"/>
            <a:ext cx="201168" cy="201168"/>
          </a:xfrm>
          <a:prstGeom prst="ellipse">
            <a:avLst/>
          </a:prstGeom>
          <a:solidFill>
            <a:srgbClr val="825B90"/>
          </a:solidFill>
          <a:ln w="25400">
            <a:solidFill>
              <a:srgbClr val="FFFFFF"/>
            </a:solidFill>
            <a:prstDash val="solid"/>
          </a:ln>
        </p:spPr>
        <p:txBody>
          <a:bodyPr/>
          <a:lstStyle/>
          <a:p>
            <a:endParaRPr lang="en-US"/>
          </a:p>
        </p:txBody>
      </p:sp>
      <p:sp>
        <p:nvSpPr>
          <p:cNvPr id="13" name="Text 11"/>
          <p:cNvSpPr/>
          <p:nvPr/>
        </p:nvSpPr>
        <p:spPr>
          <a:xfrm>
            <a:off x="2440168" y="3602736"/>
            <a:ext cx="1554480" cy="256032"/>
          </a:xfrm>
          <a:prstGeom prst="rect">
            <a:avLst/>
          </a:prstGeom>
          <a:noFill/>
          <a:ln/>
        </p:spPr>
        <p:txBody>
          <a:bodyPr wrap="square" lIns="0" tIns="0" rIns="0" bIns="0" rtlCol="0" anchor="ctr"/>
          <a:lstStyle/>
          <a:p>
            <a:pPr marL="0" indent="0" algn="ctr">
              <a:buNone/>
            </a:pPr>
            <a:r>
              <a:rPr lang="en-US" sz="1050" b="1" dirty="0">
                <a:solidFill>
                  <a:srgbClr val="201243"/>
                </a:solidFill>
                <a:latin typeface="Calibri" pitchFamily="34" charset="0"/>
                <a:ea typeface="Calibri" pitchFamily="34" charset="-122"/>
                <a:cs typeface="Calibri" pitchFamily="34" charset="-120"/>
              </a:rPr>
              <a:t>Weeks 1 – 2</a:t>
            </a:r>
            <a:endParaRPr lang="en-US" sz="1050" dirty="0"/>
          </a:p>
        </p:txBody>
      </p:sp>
      <p:sp>
        <p:nvSpPr>
          <p:cNvPr id="14" name="Shape 12"/>
          <p:cNvSpPr/>
          <p:nvPr/>
        </p:nvSpPr>
        <p:spPr>
          <a:xfrm>
            <a:off x="2385304" y="3931920"/>
            <a:ext cx="1664208" cy="1261872"/>
          </a:xfrm>
          <a:prstGeom prst="roundRect">
            <a:avLst>
              <a:gd name="adj" fmla="val 4348"/>
            </a:avLst>
          </a:prstGeom>
          <a:solidFill>
            <a:srgbClr val="FFFFFF"/>
          </a:solidFill>
          <a:ln w="12700">
            <a:solidFill>
              <a:srgbClr val="D7D3DE"/>
            </a:solidFill>
            <a:prstDash val="solid"/>
          </a:ln>
        </p:spPr>
        <p:txBody>
          <a:bodyPr/>
          <a:lstStyle/>
          <a:p>
            <a:endParaRPr lang="en-US"/>
          </a:p>
        </p:txBody>
      </p:sp>
      <p:sp>
        <p:nvSpPr>
          <p:cNvPr id="15" name="Text 13"/>
          <p:cNvSpPr/>
          <p:nvPr/>
        </p:nvSpPr>
        <p:spPr>
          <a:xfrm>
            <a:off x="2476744" y="4032504"/>
            <a:ext cx="1481328" cy="420624"/>
          </a:xfrm>
          <a:prstGeom prst="rect">
            <a:avLst/>
          </a:prstGeom>
          <a:noFill/>
          <a:ln/>
        </p:spPr>
        <p:txBody>
          <a:bodyPr wrap="square" lIns="0" tIns="0" rIns="0" bIns="0" rtlCol="0" anchor="t"/>
          <a:lstStyle/>
          <a:p>
            <a:pPr marL="0" indent="0" algn="ctr">
              <a:lnSpc>
                <a:spcPts val="1300"/>
              </a:lnSpc>
              <a:buNone/>
            </a:pPr>
            <a:r>
              <a:rPr lang="en-US" sz="1050" b="1" dirty="0">
                <a:solidFill>
                  <a:srgbClr val="201243"/>
                </a:solidFill>
                <a:latin typeface="Calibri" pitchFamily="34" charset="0"/>
                <a:ea typeface="Calibri" pitchFamily="34" charset="-122"/>
                <a:cs typeface="Calibri" pitchFamily="34" charset="-120"/>
              </a:rPr>
              <a:t>Signed LOI &amp; Exclusivity</a:t>
            </a:r>
            <a:endParaRPr lang="en-US" sz="1050" dirty="0"/>
          </a:p>
        </p:txBody>
      </p:sp>
      <p:sp>
        <p:nvSpPr>
          <p:cNvPr id="16" name="Text 14"/>
          <p:cNvSpPr/>
          <p:nvPr/>
        </p:nvSpPr>
        <p:spPr>
          <a:xfrm>
            <a:off x="2476744" y="4462272"/>
            <a:ext cx="1481328" cy="658368"/>
          </a:xfrm>
          <a:prstGeom prst="rect">
            <a:avLst/>
          </a:prstGeom>
          <a:noFill/>
          <a:ln/>
        </p:spPr>
        <p:txBody>
          <a:bodyPr wrap="square" lIns="0" tIns="0" rIns="0" bIns="0" rtlCol="0" anchor="t"/>
          <a:lstStyle/>
          <a:p>
            <a:pPr marL="0" indent="0" algn="ctr">
              <a:lnSpc>
                <a:spcPts val="1100"/>
              </a:lnSpc>
              <a:buNone/>
            </a:pPr>
            <a:r>
              <a:rPr lang="en-US" sz="850" dirty="0">
                <a:solidFill>
                  <a:srgbClr val="3B3350"/>
                </a:solidFill>
                <a:latin typeface="Calibri" pitchFamily="34" charset="0"/>
                <a:ea typeface="Calibri" pitchFamily="34" charset="-122"/>
                <a:cs typeface="Calibri" pitchFamily="34" charset="-120"/>
              </a:rPr>
              <a:t>Economics and structure agreed; diligence period begins</a:t>
            </a:r>
            <a:endParaRPr lang="en-US" sz="850" dirty="0"/>
          </a:p>
        </p:txBody>
      </p:sp>
      <p:sp>
        <p:nvSpPr>
          <p:cNvPr id="17" name="Shape 15"/>
          <p:cNvSpPr/>
          <p:nvPr/>
        </p:nvSpPr>
        <p:spPr>
          <a:xfrm>
            <a:off x="5035784" y="3319272"/>
            <a:ext cx="201168" cy="201168"/>
          </a:xfrm>
          <a:prstGeom prst="ellipse">
            <a:avLst/>
          </a:prstGeom>
          <a:solidFill>
            <a:srgbClr val="825B90"/>
          </a:solidFill>
          <a:ln w="25400">
            <a:solidFill>
              <a:srgbClr val="FFFFFF"/>
            </a:solidFill>
            <a:prstDash val="solid"/>
          </a:ln>
        </p:spPr>
        <p:txBody>
          <a:bodyPr/>
          <a:lstStyle/>
          <a:p>
            <a:endParaRPr lang="en-US"/>
          </a:p>
        </p:txBody>
      </p:sp>
      <p:sp>
        <p:nvSpPr>
          <p:cNvPr id="18" name="Text 16"/>
          <p:cNvSpPr/>
          <p:nvPr/>
        </p:nvSpPr>
        <p:spPr>
          <a:xfrm>
            <a:off x="4359128" y="2962656"/>
            <a:ext cx="1554480" cy="256032"/>
          </a:xfrm>
          <a:prstGeom prst="rect">
            <a:avLst/>
          </a:prstGeom>
          <a:noFill/>
          <a:ln/>
        </p:spPr>
        <p:txBody>
          <a:bodyPr wrap="square" lIns="0" tIns="0" rIns="0" bIns="0" rtlCol="0" anchor="ctr"/>
          <a:lstStyle/>
          <a:p>
            <a:pPr marL="0" indent="0" algn="ctr">
              <a:buNone/>
            </a:pPr>
            <a:r>
              <a:rPr lang="en-US" sz="1050" b="1" dirty="0">
                <a:solidFill>
                  <a:srgbClr val="201243"/>
                </a:solidFill>
                <a:latin typeface="Calibri" pitchFamily="34" charset="0"/>
                <a:ea typeface="Calibri" pitchFamily="34" charset="-122"/>
                <a:cs typeface="Calibri" pitchFamily="34" charset="-120"/>
              </a:rPr>
              <a:t>Weeks 3 – 7</a:t>
            </a:r>
            <a:endParaRPr lang="en-US" sz="1050" dirty="0"/>
          </a:p>
        </p:txBody>
      </p:sp>
      <p:sp>
        <p:nvSpPr>
          <p:cNvPr id="19" name="Shape 17"/>
          <p:cNvSpPr/>
          <p:nvPr/>
        </p:nvSpPr>
        <p:spPr>
          <a:xfrm>
            <a:off x="4304264" y="1636776"/>
            <a:ext cx="1664208" cy="1261872"/>
          </a:xfrm>
          <a:prstGeom prst="roundRect">
            <a:avLst>
              <a:gd name="adj" fmla="val 4348"/>
            </a:avLst>
          </a:prstGeom>
          <a:solidFill>
            <a:srgbClr val="F3F6FC"/>
          </a:solidFill>
          <a:ln w="12700">
            <a:solidFill>
              <a:srgbClr val="D7D3DE"/>
            </a:solidFill>
            <a:prstDash val="solid"/>
          </a:ln>
        </p:spPr>
        <p:txBody>
          <a:bodyPr/>
          <a:lstStyle/>
          <a:p>
            <a:endParaRPr lang="en-US"/>
          </a:p>
        </p:txBody>
      </p:sp>
      <p:sp>
        <p:nvSpPr>
          <p:cNvPr id="20" name="Text 18"/>
          <p:cNvSpPr/>
          <p:nvPr/>
        </p:nvSpPr>
        <p:spPr>
          <a:xfrm>
            <a:off x="4395704" y="1737360"/>
            <a:ext cx="1481328" cy="420624"/>
          </a:xfrm>
          <a:prstGeom prst="rect">
            <a:avLst/>
          </a:prstGeom>
          <a:noFill/>
          <a:ln/>
        </p:spPr>
        <p:txBody>
          <a:bodyPr wrap="square" lIns="0" tIns="0" rIns="0" bIns="0" rtlCol="0" anchor="t"/>
          <a:lstStyle/>
          <a:p>
            <a:pPr marL="0" indent="0" algn="ctr">
              <a:lnSpc>
                <a:spcPts val="1300"/>
              </a:lnSpc>
              <a:buNone/>
            </a:pPr>
            <a:r>
              <a:rPr lang="en-US" sz="1050" b="1" dirty="0">
                <a:solidFill>
                  <a:srgbClr val="201243"/>
                </a:solidFill>
                <a:latin typeface="Calibri" pitchFamily="34" charset="0"/>
                <a:ea typeface="Calibri" pitchFamily="34" charset="-122"/>
                <a:cs typeface="Calibri" pitchFamily="34" charset="-120"/>
              </a:rPr>
              <a:t>Confirmatory Diligence</a:t>
            </a:r>
            <a:endParaRPr lang="en-US" sz="1050" dirty="0"/>
          </a:p>
        </p:txBody>
      </p:sp>
      <p:sp>
        <p:nvSpPr>
          <p:cNvPr id="21" name="Text 19"/>
          <p:cNvSpPr/>
          <p:nvPr/>
        </p:nvSpPr>
        <p:spPr>
          <a:xfrm>
            <a:off x="4395704" y="2167128"/>
            <a:ext cx="1481328" cy="658368"/>
          </a:xfrm>
          <a:prstGeom prst="rect">
            <a:avLst/>
          </a:prstGeom>
          <a:noFill/>
          <a:ln/>
        </p:spPr>
        <p:txBody>
          <a:bodyPr wrap="square" lIns="0" tIns="0" rIns="0" bIns="0" rtlCol="0" anchor="t"/>
          <a:lstStyle/>
          <a:p>
            <a:pPr marL="0" indent="0" algn="ctr">
              <a:lnSpc>
                <a:spcPts val="1100"/>
              </a:lnSpc>
              <a:buNone/>
            </a:pPr>
            <a:r>
              <a:rPr lang="en-US" sz="850" dirty="0">
                <a:solidFill>
                  <a:srgbClr val="3B3350"/>
                </a:solidFill>
                <a:latin typeface="Calibri" pitchFamily="34" charset="0"/>
                <a:ea typeface="Calibri" pitchFamily="34" charset="-122"/>
                <a:cs typeface="Calibri" pitchFamily="34" charset="-120"/>
              </a:rPr>
              <a:t>Quality of earnings, payer and billing review, equipment and lease diligence</a:t>
            </a:r>
            <a:endParaRPr lang="en-US" sz="850" dirty="0"/>
          </a:p>
        </p:txBody>
      </p:sp>
      <p:sp>
        <p:nvSpPr>
          <p:cNvPr id="22" name="Shape 20"/>
          <p:cNvSpPr/>
          <p:nvPr/>
        </p:nvSpPr>
        <p:spPr>
          <a:xfrm>
            <a:off x="6954744" y="3319272"/>
            <a:ext cx="201168" cy="201168"/>
          </a:xfrm>
          <a:prstGeom prst="ellipse">
            <a:avLst/>
          </a:prstGeom>
          <a:solidFill>
            <a:srgbClr val="825B90"/>
          </a:solidFill>
          <a:ln w="25400">
            <a:solidFill>
              <a:srgbClr val="FFFFFF"/>
            </a:solidFill>
            <a:prstDash val="solid"/>
          </a:ln>
        </p:spPr>
        <p:txBody>
          <a:bodyPr/>
          <a:lstStyle/>
          <a:p>
            <a:endParaRPr lang="en-US"/>
          </a:p>
        </p:txBody>
      </p:sp>
      <p:sp>
        <p:nvSpPr>
          <p:cNvPr id="23" name="Text 21"/>
          <p:cNvSpPr/>
          <p:nvPr/>
        </p:nvSpPr>
        <p:spPr>
          <a:xfrm>
            <a:off x="6278088" y="3602736"/>
            <a:ext cx="1554480" cy="256032"/>
          </a:xfrm>
          <a:prstGeom prst="rect">
            <a:avLst/>
          </a:prstGeom>
          <a:noFill/>
          <a:ln/>
        </p:spPr>
        <p:txBody>
          <a:bodyPr wrap="square" lIns="0" tIns="0" rIns="0" bIns="0" rtlCol="0" anchor="ctr"/>
          <a:lstStyle/>
          <a:p>
            <a:pPr marL="0" indent="0" algn="ctr">
              <a:buNone/>
            </a:pPr>
            <a:r>
              <a:rPr lang="en-US" sz="1050" b="1" dirty="0">
                <a:solidFill>
                  <a:srgbClr val="201243"/>
                </a:solidFill>
                <a:latin typeface="Calibri" pitchFamily="34" charset="0"/>
                <a:ea typeface="Calibri" pitchFamily="34" charset="-122"/>
                <a:cs typeface="Calibri" pitchFamily="34" charset="-120"/>
              </a:rPr>
              <a:t>Weeks 6 – 10</a:t>
            </a:r>
            <a:endParaRPr lang="en-US" sz="1050" dirty="0"/>
          </a:p>
        </p:txBody>
      </p:sp>
      <p:sp>
        <p:nvSpPr>
          <p:cNvPr id="24" name="Shape 22"/>
          <p:cNvSpPr/>
          <p:nvPr/>
        </p:nvSpPr>
        <p:spPr>
          <a:xfrm>
            <a:off x="6223224" y="3931920"/>
            <a:ext cx="1664208" cy="1261872"/>
          </a:xfrm>
          <a:prstGeom prst="roundRect">
            <a:avLst>
              <a:gd name="adj" fmla="val 4348"/>
            </a:avLst>
          </a:prstGeom>
          <a:solidFill>
            <a:srgbClr val="FFFFFF"/>
          </a:solidFill>
          <a:ln w="12700">
            <a:solidFill>
              <a:srgbClr val="D7D3DE"/>
            </a:solidFill>
            <a:prstDash val="solid"/>
          </a:ln>
        </p:spPr>
        <p:txBody>
          <a:bodyPr/>
          <a:lstStyle/>
          <a:p>
            <a:endParaRPr lang="en-US"/>
          </a:p>
        </p:txBody>
      </p:sp>
      <p:sp>
        <p:nvSpPr>
          <p:cNvPr id="25" name="Text 23"/>
          <p:cNvSpPr/>
          <p:nvPr/>
        </p:nvSpPr>
        <p:spPr>
          <a:xfrm>
            <a:off x="6314664" y="4032504"/>
            <a:ext cx="1481328" cy="420624"/>
          </a:xfrm>
          <a:prstGeom prst="rect">
            <a:avLst/>
          </a:prstGeom>
          <a:noFill/>
          <a:ln/>
        </p:spPr>
        <p:txBody>
          <a:bodyPr wrap="square" lIns="0" tIns="0" rIns="0" bIns="0" rtlCol="0" anchor="t"/>
          <a:lstStyle/>
          <a:p>
            <a:pPr marL="0" indent="0" algn="ctr">
              <a:lnSpc>
                <a:spcPts val="1300"/>
              </a:lnSpc>
              <a:buNone/>
            </a:pPr>
            <a:r>
              <a:rPr lang="en-US" sz="1050" b="1" dirty="0">
                <a:solidFill>
                  <a:srgbClr val="201243"/>
                </a:solidFill>
                <a:latin typeface="Calibri" pitchFamily="34" charset="0"/>
                <a:ea typeface="Calibri" pitchFamily="34" charset="-122"/>
                <a:cs typeface="Calibri" pitchFamily="34" charset="-120"/>
              </a:rPr>
              <a:t>Definitive Documentation</a:t>
            </a:r>
            <a:endParaRPr lang="en-US" sz="1050" dirty="0"/>
          </a:p>
        </p:txBody>
      </p:sp>
      <p:sp>
        <p:nvSpPr>
          <p:cNvPr id="26" name="Text 24"/>
          <p:cNvSpPr/>
          <p:nvPr/>
        </p:nvSpPr>
        <p:spPr>
          <a:xfrm>
            <a:off x="6314664" y="4462272"/>
            <a:ext cx="1481328" cy="658368"/>
          </a:xfrm>
          <a:prstGeom prst="rect">
            <a:avLst/>
          </a:prstGeom>
          <a:noFill/>
          <a:ln/>
        </p:spPr>
        <p:txBody>
          <a:bodyPr wrap="square" lIns="0" tIns="0" rIns="0" bIns="0" rtlCol="0" anchor="t"/>
          <a:lstStyle/>
          <a:p>
            <a:pPr marL="0" indent="0" algn="ctr">
              <a:lnSpc>
                <a:spcPts val="1100"/>
              </a:lnSpc>
              <a:buNone/>
            </a:pPr>
            <a:r>
              <a:rPr lang="en-US" sz="850" dirty="0">
                <a:solidFill>
                  <a:srgbClr val="3B3350"/>
                </a:solidFill>
                <a:latin typeface="Calibri" pitchFamily="34" charset="0"/>
                <a:ea typeface="Calibri" pitchFamily="34" charset="-122"/>
                <a:cs typeface="Calibri" pitchFamily="34" charset="-120"/>
              </a:rPr>
              <a:t>Purchase agreement, rollover documentation and employment terms negotiated in parallel</a:t>
            </a:r>
            <a:endParaRPr lang="en-US" sz="850" dirty="0"/>
          </a:p>
        </p:txBody>
      </p:sp>
      <p:sp>
        <p:nvSpPr>
          <p:cNvPr id="27" name="Shape 25"/>
          <p:cNvSpPr/>
          <p:nvPr/>
        </p:nvSpPr>
        <p:spPr>
          <a:xfrm>
            <a:off x="8873703" y="3319272"/>
            <a:ext cx="201168" cy="201168"/>
          </a:xfrm>
          <a:prstGeom prst="ellipse">
            <a:avLst/>
          </a:prstGeom>
          <a:solidFill>
            <a:srgbClr val="825B90"/>
          </a:solidFill>
          <a:ln w="25400">
            <a:solidFill>
              <a:srgbClr val="FFFFFF"/>
            </a:solidFill>
            <a:prstDash val="solid"/>
          </a:ln>
        </p:spPr>
        <p:txBody>
          <a:bodyPr/>
          <a:lstStyle/>
          <a:p>
            <a:endParaRPr lang="en-US"/>
          </a:p>
        </p:txBody>
      </p:sp>
      <p:sp>
        <p:nvSpPr>
          <p:cNvPr id="28" name="Text 26"/>
          <p:cNvSpPr/>
          <p:nvPr/>
        </p:nvSpPr>
        <p:spPr>
          <a:xfrm>
            <a:off x="8197047" y="2962656"/>
            <a:ext cx="1554480" cy="256032"/>
          </a:xfrm>
          <a:prstGeom prst="rect">
            <a:avLst/>
          </a:prstGeom>
          <a:noFill/>
          <a:ln/>
        </p:spPr>
        <p:txBody>
          <a:bodyPr wrap="square" lIns="0" tIns="0" rIns="0" bIns="0" rtlCol="0" anchor="ctr"/>
          <a:lstStyle/>
          <a:p>
            <a:pPr marL="0" indent="0" algn="ctr">
              <a:buNone/>
            </a:pPr>
            <a:r>
              <a:rPr lang="en-US" sz="1050" b="1" dirty="0">
                <a:solidFill>
                  <a:srgbClr val="201243"/>
                </a:solidFill>
                <a:latin typeface="Calibri" pitchFamily="34" charset="0"/>
                <a:ea typeface="Calibri" pitchFamily="34" charset="-122"/>
                <a:cs typeface="Calibri" pitchFamily="34" charset="-120"/>
              </a:rPr>
              <a:t>~Week 12</a:t>
            </a:r>
            <a:endParaRPr lang="en-US" sz="1050" dirty="0"/>
          </a:p>
        </p:txBody>
      </p:sp>
      <p:sp>
        <p:nvSpPr>
          <p:cNvPr id="29" name="Shape 27"/>
          <p:cNvSpPr/>
          <p:nvPr/>
        </p:nvSpPr>
        <p:spPr>
          <a:xfrm>
            <a:off x="8142183" y="1636776"/>
            <a:ext cx="1664208" cy="1261872"/>
          </a:xfrm>
          <a:prstGeom prst="roundRect">
            <a:avLst>
              <a:gd name="adj" fmla="val 4348"/>
            </a:avLst>
          </a:prstGeom>
          <a:solidFill>
            <a:srgbClr val="F3F6FC"/>
          </a:solidFill>
          <a:ln w="12700">
            <a:solidFill>
              <a:srgbClr val="D7D3DE"/>
            </a:solidFill>
            <a:prstDash val="solid"/>
          </a:ln>
        </p:spPr>
        <p:txBody>
          <a:bodyPr/>
          <a:lstStyle/>
          <a:p>
            <a:endParaRPr lang="en-US"/>
          </a:p>
        </p:txBody>
      </p:sp>
      <p:sp>
        <p:nvSpPr>
          <p:cNvPr id="30" name="Text 28"/>
          <p:cNvSpPr/>
          <p:nvPr/>
        </p:nvSpPr>
        <p:spPr>
          <a:xfrm>
            <a:off x="8233623" y="1737360"/>
            <a:ext cx="1481328" cy="420624"/>
          </a:xfrm>
          <a:prstGeom prst="rect">
            <a:avLst/>
          </a:prstGeom>
          <a:noFill/>
          <a:ln/>
        </p:spPr>
        <p:txBody>
          <a:bodyPr wrap="square" lIns="0" tIns="0" rIns="0" bIns="0" rtlCol="0" anchor="t"/>
          <a:lstStyle/>
          <a:p>
            <a:pPr marL="0" indent="0" algn="ctr">
              <a:lnSpc>
                <a:spcPts val="1300"/>
              </a:lnSpc>
              <a:buNone/>
            </a:pPr>
            <a:r>
              <a:rPr lang="en-US" sz="1050" b="1" dirty="0">
                <a:solidFill>
                  <a:srgbClr val="201243"/>
                </a:solidFill>
                <a:latin typeface="Calibri" pitchFamily="34" charset="0"/>
                <a:ea typeface="Calibri" pitchFamily="34" charset="-122"/>
                <a:cs typeface="Calibri" pitchFamily="34" charset="-120"/>
              </a:rPr>
              <a:t>Closing</a:t>
            </a:r>
            <a:endParaRPr lang="en-US" sz="1050" dirty="0"/>
          </a:p>
        </p:txBody>
      </p:sp>
      <p:sp>
        <p:nvSpPr>
          <p:cNvPr id="31" name="Text 29"/>
          <p:cNvSpPr/>
          <p:nvPr/>
        </p:nvSpPr>
        <p:spPr>
          <a:xfrm>
            <a:off x="8233623" y="2167128"/>
            <a:ext cx="1481328" cy="658368"/>
          </a:xfrm>
          <a:prstGeom prst="rect">
            <a:avLst/>
          </a:prstGeom>
          <a:noFill/>
          <a:ln/>
        </p:spPr>
        <p:txBody>
          <a:bodyPr wrap="square" lIns="0" tIns="0" rIns="0" bIns="0" rtlCol="0" anchor="t"/>
          <a:lstStyle/>
          <a:p>
            <a:pPr marL="0" indent="0" algn="ctr">
              <a:lnSpc>
                <a:spcPts val="1100"/>
              </a:lnSpc>
              <a:buNone/>
            </a:pPr>
            <a:r>
              <a:rPr lang="en-US" sz="850" dirty="0">
                <a:solidFill>
                  <a:srgbClr val="3B3350"/>
                </a:solidFill>
                <a:latin typeface="Calibri" pitchFamily="34" charset="0"/>
                <a:ea typeface="Calibri" pitchFamily="34" charset="-122"/>
                <a:cs typeface="Calibri" pitchFamily="34" charset="-120"/>
              </a:rPr>
              <a:t>Funding of cash consideration and issuance of any rollover equity</a:t>
            </a:r>
            <a:endParaRPr lang="en-US" sz="850" dirty="0"/>
          </a:p>
        </p:txBody>
      </p:sp>
      <p:sp>
        <p:nvSpPr>
          <p:cNvPr id="32" name="Shape 30"/>
          <p:cNvSpPr/>
          <p:nvPr/>
        </p:nvSpPr>
        <p:spPr>
          <a:xfrm>
            <a:off x="10792663" y="3319272"/>
            <a:ext cx="201168" cy="201168"/>
          </a:xfrm>
          <a:prstGeom prst="ellipse">
            <a:avLst/>
          </a:prstGeom>
          <a:solidFill>
            <a:srgbClr val="825B90"/>
          </a:solidFill>
          <a:ln w="25400">
            <a:solidFill>
              <a:srgbClr val="FFFFFF"/>
            </a:solidFill>
            <a:prstDash val="solid"/>
          </a:ln>
        </p:spPr>
        <p:txBody>
          <a:bodyPr/>
          <a:lstStyle/>
          <a:p>
            <a:endParaRPr lang="en-US"/>
          </a:p>
        </p:txBody>
      </p:sp>
      <p:sp>
        <p:nvSpPr>
          <p:cNvPr id="33" name="Text 31"/>
          <p:cNvSpPr/>
          <p:nvPr/>
        </p:nvSpPr>
        <p:spPr>
          <a:xfrm>
            <a:off x="10116007" y="3602736"/>
            <a:ext cx="1554480" cy="256032"/>
          </a:xfrm>
          <a:prstGeom prst="rect">
            <a:avLst/>
          </a:prstGeom>
          <a:noFill/>
          <a:ln/>
        </p:spPr>
        <p:txBody>
          <a:bodyPr wrap="square" lIns="0" tIns="0" rIns="0" bIns="0" rtlCol="0" anchor="ctr"/>
          <a:lstStyle/>
          <a:p>
            <a:pPr marL="0" indent="0" algn="ctr">
              <a:buNone/>
            </a:pPr>
            <a:r>
              <a:rPr lang="en-US" sz="1050" b="1" dirty="0">
                <a:solidFill>
                  <a:srgbClr val="201243"/>
                </a:solidFill>
                <a:latin typeface="Calibri" pitchFamily="34" charset="0"/>
                <a:ea typeface="Calibri" pitchFamily="34" charset="-122"/>
                <a:cs typeface="Calibri" pitchFamily="34" charset="-120"/>
              </a:rPr>
              <a:t>Post-Close</a:t>
            </a:r>
            <a:endParaRPr lang="en-US" sz="1050" dirty="0"/>
          </a:p>
        </p:txBody>
      </p:sp>
      <p:sp>
        <p:nvSpPr>
          <p:cNvPr id="34" name="Shape 32"/>
          <p:cNvSpPr/>
          <p:nvPr/>
        </p:nvSpPr>
        <p:spPr>
          <a:xfrm>
            <a:off x="10061143" y="3931920"/>
            <a:ext cx="1664208" cy="1261872"/>
          </a:xfrm>
          <a:prstGeom prst="roundRect">
            <a:avLst>
              <a:gd name="adj" fmla="val 4348"/>
            </a:avLst>
          </a:prstGeom>
          <a:solidFill>
            <a:srgbClr val="FFFFFF"/>
          </a:solidFill>
          <a:ln w="12700">
            <a:solidFill>
              <a:srgbClr val="D7D3DE"/>
            </a:solidFill>
            <a:prstDash val="solid"/>
          </a:ln>
        </p:spPr>
        <p:txBody>
          <a:bodyPr/>
          <a:lstStyle/>
          <a:p>
            <a:endParaRPr lang="en-US"/>
          </a:p>
        </p:txBody>
      </p:sp>
      <p:sp>
        <p:nvSpPr>
          <p:cNvPr id="35" name="Text 33"/>
          <p:cNvSpPr/>
          <p:nvPr/>
        </p:nvSpPr>
        <p:spPr>
          <a:xfrm>
            <a:off x="10152583" y="4032504"/>
            <a:ext cx="1481328" cy="420624"/>
          </a:xfrm>
          <a:prstGeom prst="rect">
            <a:avLst/>
          </a:prstGeom>
          <a:noFill/>
          <a:ln/>
        </p:spPr>
        <p:txBody>
          <a:bodyPr wrap="square" lIns="0" tIns="0" rIns="0" bIns="0" rtlCol="0" anchor="t"/>
          <a:lstStyle/>
          <a:p>
            <a:pPr marL="0" indent="0" algn="ctr">
              <a:lnSpc>
                <a:spcPts val="1300"/>
              </a:lnSpc>
              <a:buNone/>
            </a:pPr>
            <a:r>
              <a:rPr lang="en-US" sz="1050" b="1" dirty="0">
                <a:solidFill>
                  <a:srgbClr val="201243"/>
                </a:solidFill>
                <a:latin typeface="Calibri" pitchFamily="34" charset="0"/>
                <a:ea typeface="Calibri" pitchFamily="34" charset="-122"/>
                <a:cs typeface="Calibri" pitchFamily="34" charset="-120"/>
              </a:rPr>
              <a:t>Integration &amp; First 100 Days</a:t>
            </a:r>
            <a:endParaRPr lang="en-US" sz="1050" dirty="0"/>
          </a:p>
        </p:txBody>
      </p:sp>
      <p:sp>
        <p:nvSpPr>
          <p:cNvPr id="36" name="Text 34"/>
          <p:cNvSpPr/>
          <p:nvPr/>
        </p:nvSpPr>
        <p:spPr>
          <a:xfrm>
            <a:off x="10152583" y="4462272"/>
            <a:ext cx="1481328" cy="658368"/>
          </a:xfrm>
          <a:prstGeom prst="rect">
            <a:avLst/>
          </a:prstGeom>
          <a:noFill/>
          <a:ln/>
        </p:spPr>
        <p:txBody>
          <a:bodyPr wrap="square" lIns="0" tIns="0" rIns="0" bIns="0" rtlCol="0" anchor="t"/>
          <a:lstStyle/>
          <a:p>
            <a:pPr marL="0" indent="0" algn="ctr">
              <a:lnSpc>
                <a:spcPts val="1100"/>
              </a:lnSpc>
              <a:buNone/>
            </a:pPr>
            <a:r>
              <a:rPr lang="en-US" sz="850" dirty="0">
                <a:solidFill>
                  <a:srgbClr val="3B3350"/>
                </a:solidFill>
                <a:latin typeface="Calibri" pitchFamily="34" charset="0"/>
                <a:ea typeface="Calibri" pitchFamily="34" charset="-122"/>
                <a:cs typeface="Calibri" pitchFamily="34" charset="-120"/>
              </a:rPr>
              <a:t>Platform onboarding with local clinical staff and referral relationships preserved</a:t>
            </a:r>
            <a:endParaRPr lang="en-US" sz="850" dirty="0"/>
          </a:p>
        </p:txBody>
      </p:sp>
      <p:sp>
        <p:nvSpPr>
          <p:cNvPr id="37" name="Shape 35"/>
          <p:cNvSpPr/>
          <p:nvPr/>
        </p:nvSpPr>
        <p:spPr>
          <a:xfrm>
            <a:off x="640080" y="5779008"/>
            <a:ext cx="10911535" cy="438912"/>
          </a:xfrm>
          <a:prstGeom prst="roundRect">
            <a:avLst>
              <a:gd name="adj" fmla="val 10417"/>
            </a:avLst>
          </a:prstGeom>
          <a:solidFill>
            <a:srgbClr val="201243"/>
          </a:solidFill>
          <a:ln w="12700">
            <a:solidFill>
              <a:srgbClr val="201243"/>
            </a:solidFill>
            <a:prstDash val="solid"/>
          </a:ln>
        </p:spPr>
        <p:txBody>
          <a:bodyPr/>
          <a:lstStyle/>
          <a:p>
            <a:endParaRPr lang="en-US"/>
          </a:p>
        </p:txBody>
      </p:sp>
      <p:sp>
        <p:nvSpPr>
          <p:cNvPr id="38" name="Text 36"/>
          <p:cNvSpPr/>
          <p:nvPr/>
        </p:nvSpPr>
        <p:spPr>
          <a:xfrm>
            <a:off x="640080" y="5779008"/>
            <a:ext cx="10911535" cy="438912"/>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RadX funds acquisitions from committed capital, so there is no financing contingency and no third-party approval required to close</a:t>
            </a:r>
            <a:endParaRPr lang="en-US" sz="1150" dirty="0"/>
          </a:p>
        </p:txBody>
      </p:sp>
      <p:sp>
        <p:nvSpPr>
          <p:cNvPr id="39" name="Text 37"/>
          <p:cNvSpPr/>
          <p:nvPr/>
        </p:nvSpPr>
        <p:spPr>
          <a:xfrm>
            <a:off x="640080" y="6400800"/>
            <a:ext cx="3657600" cy="228600"/>
          </a:xfrm>
          <a:prstGeom prst="rect">
            <a:avLst/>
          </a:prstGeom>
          <a:noFill/>
          <a:ln/>
        </p:spPr>
        <p:txBody>
          <a:bodyPr wrap="square" lIns="0" tIns="0" rIns="0" bIns="0" rtlCol="0" anchor="ctr"/>
          <a:lstStyle/>
          <a:p>
            <a:pPr marL="0" indent="0">
              <a:buNone/>
            </a:pPr>
            <a:r>
              <a:rPr lang="en-US" sz="900" dirty="0">
                <a:solidFill>
                  <a:srgbClr val="837D94"/>
                </a:solidFill>
                <a:latin typeface="Calibri" pitchFamily="34" charset="0"/>
                <a:ea typeface="Calibri" pitchFamily="34" charset="-122"/>
                <a:cs typeface="Calibri" pitchFamily="34" charset="-120"/>
              </a:rPr>
              <a:t>RadX inc.  ·  Confidential</a:t>
            </a:r>
            <a:endParaRPr lang="en-US" sz="900" dirty="0"/>
          </a:p>
        </p:txBody>
      </p:sp>
      <p:sp>
        <p:nvSpPr>
          <p:cNvPr id="40" name="Text 38"/>
          <p:cNvSpPr/>
          <p:nvPr/>
        </p:nvSpPr>
        <p:spPr>
          <a:xfrm>
            <a:off x="4206240" y="6400800"/>
            <a:ext cx="6583680" cy="228600"/>
          </a:xfrm>
          <a:prstGeom prst="rect">
            <a:avLst/>
          </a:prstGeom>
          <a:noFill/>
          <a:ln/>
        </p:spPr>
        <p:txBody>
          <a:bodyPr wrap="square" lIns="0" tIns="0" rIns="0" bIns="0" rtlCol="0" anchor="ctr"/>
          <a:lstStyle/>
          <a:p>
            <a:pPr marL="0" indent="0" algn="ctr">
              <a:buNone/>
            </a:pPr>
            <a:r>
              <a:rPr lang="en-US" sz="900" dirty="0">
                <a:solidFill>
                  <a:srgbClr val="B03A3A"/>
                </a:solidFill>
                <a:latin typeface="Calibri" pitchFamily="34" charset="0"/>
                <a:ea typeface="Calibri" pitchFamily="34" charset="-122"/>
                <a:cs typeface="Calibri" pitchFamily="34" charset="-120"/>
              </a:rPr>
              <a:t>Presentation Does Not Constitute a Binding Offer - Figures Subject to Confirmatory Due Diligence</a:t>
            </a:r>
            <a:endParaRPr lang="en-US" sz="900" dirty="0"/>
          </a:p>
        </p:txBody>
      </p:sp>
      <p:sp>
        <p:nvSpPr>
          <p:cNvPr id="41" name="Text 39"/>
          <p:cNvSpPr/>
          <p:nvPr/>
        </p:nvSpPr>
        <p:spPr>
          <a:xfrm>
            <a:off x="11002975" y="6400800"/>
            <a:ext cx="548640" cy="228600"/>
          </a:xfrm>
          <a:prstGeom prst="rect">
            <a:avLst/>
          </a:prstGeom>
          <a:noFill/>
          <a:ln/>
        </p:spPr>
        <p:txBody>
          <a:bodyPr wrap="square" lIns="0" tIns="0" rIns="0" bIns="0" rtlCol="0" anchor="ctr"/>
          <a:lstStyle/>
          <a:p>
            <a:pPr marL="0" indent="0" algn="r">
              <a:buNone/>
            </a:pPr>
            <a:r>
              <a:rPr lang="en-US" sz="1000" b="1" dirty="0">
                <a:solidFill>
                  <a:srgbClr val="201243"/>
                </a:solidFill>
                <a:latin typeface="Calibri" pitchFamily="34" charset="0"/>
                <a:ea typeface="Calibri" pitchFamily="34" charset="-122"/>
                <a:cs typeface="Calibri" pitchFamily="34" charset="-120"/>
              </a:rPr>
              <a:t>14</a:t>
            </a:r>
            <a:endParaRPr lang="en-US" sz="1000" dirty="0"/>
          </a:p>
        </p:txBody>
      </p:sp>
    </p:spTree>
    <p:extLst>
      <p:ext uri="{BB962C8B-B14F-4D97-AF65-F5344CB8AC3E}">
        <p14:creationId xmlns:p14="http://schemas.microsoft.com/office/powerpoint/2010/main" val="18336763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10180015" y="347472"/>
            <a:ext cx="1371600" cy="274320"/>
          </a:xfrm>
          <a:prstGeom prst="rect">
            <a:avLst/>
          </a:prstGeom>
          <a:noFill/>
          <a:ln/>
        </p:spPr>
        <p:txBody>
          <a:bodyPr wrap="square" lIns="0" tIns="0" rIns="0" bIns="0" rtlCol="0" anchor="ctr"/>
          <a:lstStyle/>
          <a:p>
            <a:pPr marL="0" indent="0" algn="r">
              <a:buNone/>
            </a:pPr>
            <a:r>
              <a:rPr lang="en-US" sz="1500" b="1" dirty="0">
                <a:solidFill>
                  <a:srgbClr val="201243"/>
                </a:solidFill>
                <a:latin typeface="Calibri" pitchFamily="34" charset="0"/>
                <a:ea typeface="Calibri" pitchFamily="34" charset="-122"/>
                <a:cs typeface="Calibri" pitchFamily="34" charset="-120"/>
              </a:rPr>
              <a:t>RadX</a:t>
            </a:r>
            <a:endParaRPr lang="en-US" sz="1500" dirty="0"/>
          </a:p>
        </p:txBody>
      </p:sp>
      <p:sp>
        <p:nvSpPr>
          <p:cNvPr id="3" name="Text 1"/>
          <p:cNvSpPr/>
          <p:nvPr/>
        </p:nvSpPr>
        <p:spPr>
          <a:xfrm>
            <a:off x="640080" y="347472"/>
            <a:ext cx="9326880" cy="457200"/>
          </a:xfrm>
          <a:prstGeom prst="rect">
            <a:avLst/>
          </a:prstGeom>
          <a:noFill/>
          <a:ln/>
        </p:spPr>
        <p:txBody>
          <a:bodyPr wrap="square" lIns="0" tIns="0" rIns="0" bIns="0" rtlCol="0" anchor="ctr"/>
          <a:lstStyle/>
          <a:p>
            <a:pPr marL="0" indent="0">
              <a:buNone/>
            </a:pPr>
            <a:r>
              <a:rPr lang="en-US" sz="2700" b="1" dirty="0">
                <a:solidFill>
                  <a:srgbClr val="201243"/>
                </a:solidFill>
                <a:latin typeface="Calibri" pitchFamily="34" charset="0"/>
                <a:ea typeface="Calibri" pitchFamily="34" charset="-122"/>
                <a:cs typeface="Calibri" pitchFamily="34" charset="-120"/>
              </a:rPr>
              <a:t>Overview of the RadX Team</a:t>
            </a:r>
            <a:endParaRPr lang="en-US" sz="2700" dirty="0"/>
          </a:p>
        </p:txBody>
      </p:sp>
      <p:sp>
        <p:nvSpPr>
          <p:cNvPr id="4" name="Text 2"/>
          <p:cNvSpPr/>
          <p:nvPr/>
        </p:nvSpPr>
        <p:spPr>
          <a:xfrm>
            <a:off x="640080" y="841248"/>
            <a:ext cx="10515600" cy="292608"/>
          </a:xfrm>
          <a:prstGeom prst="rect">
            <a:avLst/>
          </a:prstGeom>
          <a:noFill/>
          <a:ln/>
        </p:spPr>
        <p:txBody>
          <a:bodyPr wrap="square" lIns="0" tIns="0" rIns="0" bIns="0" rtlCol="0" anchor="ctr"/>
          <a:lstStyle/>
          <a:p>
            <a:pPr marL="0" indent="0">
              <a:buNone/>
            </a:pPr>
            <a:r>
              <a:rPr lang="en-US" sz="1300" i="1" dirty="0">
                <a:solidFill>
                  <a:srgbClr val="837D94"/>
                </a:solidFill>
                <a:latin typeface="Calibri" pitchFamily="34" charset="0"/>
                <a:ea typeface="Calibri" pitchFamily="34" charset="-122"/>
                <a:cs typeface="Calibri" pitchFamily="34" charset="-120"/>
              </a:rPr>
              <a:t>An experienced corporate team supporting every center on the platform</a:t>
            </a:r>
            <a:endParaRPr lang="en-US" sz="1300" dirty="0"/>
          </a:p>
        </p:txBody>
      </p:sp>
      <p:sp>
        <p:nvSpPr>
          <p:cNvPr id="5" name="Shape 3"/>
          <p:cNvSpPr/>
          <p:nvPr/>
        </p:nvSpPr>
        <p:spPr>
          <a:xfrm>
            <a:off x="640080" y="1207008"/>
            <a:ext cx="10911535" cy="18288"/>
          </a:xfrm>
          <a:prstGeom prst="rect">
            <a:avLst/>
          </a:prstGeom>
          <a:solidFill>
            <a:srgbClr val="201243"/>
          </a:solidFill>
          <a:ln/>
        </p:spPr>
        <p:txBody>
          <a:bodyPr/>
          <a:lstStyle/>
          <a:p>
            <a:endParaRPr lang="en-US"/>
          </a:p>
        </p:txBody>
      </p:sp>
      <p:sp>
        <p:nvSpPr>
          <p:cNvPr id="6" name="Shape 4"/>
          <p:cNvSpPr/>
          <p:nvPr/>
        </p:nvSpPr>
        <p:spPr>
          <a:xfrm>
            <a:off x="640080" y="1554480"/>
            <a:ext cx="2556434" cy="3566160"/>
          </a:xfrm>
          <a:prstGeom prst="roundRect">
            <a:avLst>
              <a:gd name="adj" fmla="val 2146"/>
            </a:avLst>
          </a:prstGeom>
          <a:solidFill>
            <a:srgbClr val="FFFFFF"/>
          </a:solidFill>
          <a:ln w="12700">
            <a:solidFill>
              <a:srgbClr val="D7D3DE"/>
            </a:solidFill>
            <a:prstDash val="solid"/>
          </a:ln>
        </p:spPr>
        <p:txBody>
          <a:bodyPr/>
          <a:lstStyle/>
          <a:p>
            <a:endParaRPr lang="en-US"/>
          </a:p>
        </p:txBody>
      </p:sp>
      <p:sp>
        <p:nvSpPr>
          <p:cNvPr id="9" name="Text 7"/>
          <p:cNvSpPr/>
          <p:nvPr/>
        </p:nvSpPr>
        <p:spPr>
          <a:xfrm>
            <a:off x="777240" y="2907792"/>
            <a:ext cx="2282114" cy="502920"/>
          </a:xfrm>
          <a:prstGeom prst="rect">
            <a:avLst/>
          </a:prstGeom>
          <a:noFill/>
          <a:ln/>
        </p:spPr>
        <p:txBody>
          <a:bodyPr wrap="square" lIns="0" tIns="0" rIns="0" bIns="0" rtlCol="0" anchor="t"/>
          <a:lstStyle/>
          <a:p>
            <a:pPr marL="0" indent="0" algn="ctr">
              <a:lnSpc>
                <a:spcPts val="1600"/>
              </a:lnSpc>
              <a:buNone/>
            </a:pPr>
            <a:r>
              <a:rPr lang="en-US" sz="1300" b="1" dirty="0">
                <a:solidFill>
                  <a:srgbClr val="201243"/>
                </a:solidFill>
                <a:latin typeface="Calibri" pitchFamily="34" charset="0"/>
                <a:ea typeface="Calibri" pitchFamily="34" charset="-122"/>
                <a:cs typeface="Calibri" pitchFamily="34" charset="-120"/>
              </a:rPr>
              <a:t>Dr. Chintan Desai, MD</a:t>
            </a:r>
            <a:endParaRPr lang="en-US" sz="1300" dirty="0"/>
          </a:p>
        </p:txBody>
      </p:sp>
      <p:sp>
        <p:nvSpPr>
          <p:cNvPr id="10" name="Text 8"/>
          <p:cNvSpPr/>
          <p:nvPr/>
        </p:nvSpPr>
        <p:spPr>
          <a:xfrm>
            <a:off x="777240" y="3401568"/>
            <a:ext cx="2282114" cy="457200"/>
          </a:xfrm>
          <a:prstGeom prst="rect">
            <a:avLst/>
          </a:prstGeom>
          <a:noFill/>
          <a:ln/>
        </p:spPr>
        <p:txBody>
          <a:bodyPr wrap="square" lIns="0" tIns="0" rIns="0" bIns="0" rtlCol="0" anchor="t"/>
          <a:lstStyle/>
          <a:p>
            <a:pPr marL="0" indent="0" algn="ctr">
              <a:lnSpc>
                <a:spcPts val="1300"/>
              </a:lnSpc>
              <a:buNone/>
            </a:pPr>
            <a:r>
              <a:rPr lang="en-US" sz="1050" i="1" dirty="0">
                <a:solidFill>
                  <a:srgbClr val="825B90"/>
                </a:solidFill>
                <a:latin typeface="Calibri" pitchFamily="34" charset="0"/>
                <a:ea typeface="Calibri" pitchFamily="34" charset="-122"/>
                <a:cs typeface="Calibri" pitchFamily="34" charset="-120"/>
              </a:rPr>
              <a:t>Founder &amp; Chief Executive Officer</a:t>
            </a:r>
            <a:endParaRPr lang="en-US" sz="1050" dirty="0"/>
          </a:p>
        </p:txBody>
      </p:sp>
      <p:sp>
        <p:nvSpPr>
          <p:cNvPr id="11" name="Shape 9"/>
          <p:cNvSpPr/>
          <p:nvPr/>
        </p:nvSpPr>
        <p:spPr>
          <a:xfrm>
            <a:off x="1598257" y="3913632"/>
            <a:ext cx="640080" cy="10973"/>
          </a:xfrm>
          <a:prstGeom prst="rect">
            <a:avLst/>
          </a:prstGeom>
          <a:solidFill>
            <a:srgbClr val="D7D3DE"/>
          </a:solidFill>
          <a:ln/>
        </p:spPr>
        <p:txBody>
          <a:bodyPr/>
          <a:lstStyle/>
          <a:p>
            <a:endParaRPr lang="en-US"/>
          </a:p>
        </p:txBody>
      </p:sp>
      <p:sp>
        <p:nvSpPr>
          <p:cNvPr id="12" name="Text 10"/>
          <p:cNvSpPr/>
          <p:nvPr/>
        </p:nvSpPr>
        <p:spPr>
          <a:xfrm>
            <a:off x="804672" y="4069080"/>
            <a:ext cx="2227250" cy="914400"/>
          </a:xfrm>
          <a:prstGeom prst="rect">
            <a:avLst/>
          </a:prstGeom>
          <a:noFill/>
          <a:ln/>
        </p:spPr>
        <p:txBody>
          <a:bodyPr wrap="square" lIns="0" tIns="0" rIns="0" bIns="0" rtlCol="0" anchor="t"/>
          <a:lstStyle/>
          <a:p>
            <a:pPr marL="0" indent="0" algn="ctr">
              <a:lnSpc>
                <a:spcPts val="1200"/>
              </a:lnSpc>
              <a:spcAft>
                <a:spcPts val="600"/>
              </a:spcAft>
              <a:buNone/>
            </a:pPr>
            <a:r>
              <a:rPr lang="en-US" sz="950" dirty="0">
                <a:solidFill>
                  <a:srgbClr val="3B3350"/>
                </a:solidFill>
                <a:latin typeface="Calibri" pitchFamily="34" charset="0"/>
                <a:ea typeface="Calibri" pitchFamily="34" charset="-122"/>
                <a:cs typeface="Calibri" pitchFamily="34" charset="-120"/>
              </a:rPr>
              <a:t>President, Florida Radiological Society</a:t>
            </a:r>
            <a:endParaRPr lang="en-US" sz="950" dirty="0"/>
          </a:p>
          <a:p>
            <a:pPr marL="0" indent="0" algn="ctr">
              <a:lnSpc>
                <a:spcPts val="1200"/>
              </a:lnSpc>
              <a:spcAft>
                <a:spcPts val="600"/>
              </a:spcAft>
              <a:buNone/>
            </a:pPr>
            <a:r>
              <a:rPr lang="en-US" sz="950" dirty="0">
                <a:solidFill>
                  <a:srgbClr val="3B3350"/>
                </a:solidFill>
                <a:latin typeface="Calibri" pitchFamily="34" charset="0"/>
                <a:ea typeface="Calibri" pitchFamily="34" charset="-122"/>
                <a:cs typeface="Calibri" pitchFamily="34" charset="-120"/>
              </a:rPr>
              <a:t>CMO, Rose Radiology Center</a:t>
            </a:r>
            <a:endParaRPr lang="en-US" sz="950" dirty="0"/>
          </a:p>
          <a:p>
            <a:pPr marL="0" indent="0" algn="ctr">
              <a:lnSpc>
                <a:spcPts val="1200"/>
              </a:lnSpc>
              <a:spcAft>
                <a:spcPts val="600"/>
              </a:spcAft>
              <a:buNone/>
            </a:pPr>
            <a:r>
              <a:rPr lang="en-US" sz="950" dirty="0">
                <a:solidFill>
                  <a:srgbClr val="3B3350"/>
                </a:solidFill>
                <a:latin typeface="Calibri" pitchFamily="34" charset="0"/>
                <a:ea typeface="Calibri" pitchFamily="34" charset="-122"/>
                <a:cs typeface="Calibri" pitchFamily="34" charset="-120"/>
              </a:rPr>
              <a:t>MBA, Harvard Business School</a:t>
            </a:r>
            <a:endParaRPr lang="en-US" sz="950" dirty="0"/>
          </a:p>
        </p:txBody>
      </p:sp>
      <p:sp>
        <p:nvSpPr>
          <p:cNvPr id="13" name="Shape 11"/>
          <p:cNvSpPr/>
          <p:nvPr/>
        </p:nvSpPr>
        <p:spPr>
          <a:xfrm>
            <a:off x="3425114" y="1554480"/>
            <a:ext cx="2556434" cy="3566160"/>
          </a:xfrm>
          <a:prstGeom prst="roundRect">
            <a:avLst>
              <a:gd name="adj" fmla="val 2146"/>
            </a:avLst>
          </a:prstGeom>
          <a:solidFill>
            <a:srgbClr val="FFFFFF"/>
          </a:solidFill>
          <a:ln w="12700">
            <a:solidFill>
              <a:srgbClr val="D7D3DE"/>
            </a:solidFill>
            <a:prstDash val="solid"/>
          </a:ln>
        </p:spPr>
        <p:txBody>
          <a:bodyPr/>
          <a:lstStyle/>
          <a:p>
            <a:endParaRPr lang="en-US"/>
          </a:p>
        </p:txBody>
      </p:sp>
      <p:sp>
        <p:nvSpPr>
          <p:cNvPr id="16" name="Text 14"/>
          <p:cNvSpPr/>
          <p:nvPr/>
        </p:nvSpPr>
        <p:spPr>
          <a:xfrm>
            <a:off x="3562274" y="2907792"/>
            <a:ext cx="2282114" cy="502920"/>
          </a:xfrm>
          <a:prstGeom prst="rect">
            <a:avLst/>
          </a:prstGeom>
          <a:noFill/>
          <a:ln/>
        </p:spPr>
        <p:txBody>
          <a:bodyPr wrap="square" lIns="0" tIns="0" rIns="0" bIns="0" rtlCol="0" anchor="t"/>
          <a:lstStyle/>
          <a:p>
            <a:pPr marL="0" indent="0" algn="ctr">
              <a:lnSpc>
                <a:spcPts val="1600"/>
              </a:lnSpc>
              <a:buNone/>
            </a:pPr>
            <a:r>
              <a:rPr lang="en-US" sz="1300" b="1" dirty="0">
                <a:solidFill>
                  <a:srgbClr val="201243"/>
                </a:solidFill>
                <a:latin typeface="Calibri" pitchFamily="34" charset="0"/>
                <a:ea typeface="Calibri" pitchFamily="34" charset="-122"/>
                <a:cs typeface="Calibri" pitchFamily="34" charset="-120"/>
              </a:rPr>
              <a:t>Alejandro Mursuli</a:t>
            </a:r>
            <a:endParaRPr lang="en-US" sz="1300" dirty="0"/>
          </a:p>
        </p:txBody>
      </p:sp>
      <p:sp>
        <p:nvSpPr>
          <p:cNvPr id="17" name="Text 15"/>
          <p:cNvSpPr/>
          <p:nvPr/>
        </p:nvSpPr>
        <p:spPr>
          <a:xfrm>
            <a:off x="3562274" y="3401568"/>
            <a:ext cx="2282114" cy="457200"/>
          </a:xfrm>
          <a:prstGeom prst="rect">
            <a:avLst/>
          </a:prstGeom>
          <a:noFill/>
          <a:ln/>
        </p:spPr>
        <p:txBody>
          <a:bodyPr wrap="square" lIns="0" tIns="0" rIns="0" bIns="0" rtlCol="0" anchor="t"/>
          <a:lstStyle/>
          <a:p>
            <a:pPr marL="0" indent="0" algn="ctr">
              <a:lnSpc>
                <a:spcPts val="1300"/>
              </a:lnSpc>
              <a:buNone/>
            </a:pPr>
            <a:r>
              <a:rPr lang="en-US" sz="1050" i="1" dirty="0">
                <a:solidFill>
                  <a:srgbClr val="825B90"/>
                </a:solidFill>
                <a:latin typeface="Calibri" pitchFamily="34" charset="0"/>
                <a:ea typeface="Calibri" pitchFamily="34" charset="-122"/>
                <a:cs typeface="Calibri" pitchFamily="34" charset="-120"/>
              </a:rPr>
              <a:t>Chief Financial Officer</a:t>
            </a:r>
            <a:endParaRPr lang="en-US" sz="1050" dirty="0"/>
          </a:p>
        </p:txBody>
      </p:sp>
      <p:sp>
        <p:nvSpPr>
          <p:cNvPr id="18" name="Shape 16"/>
          <p:cNvSpPr/>
          <p:nvPr/>
        </p:nvSpPr>
        <p:spPr>
          <a:xfrm>
            <a:off x="4383291" y="3913632"/>
            <a:ext cx="640080" cy="10973"/>
          </a:xfrm>
          <a:prstGeom prst="rect">
            <a:avLst/>
          </a:prstGeom>
          <a:solidFill>
            <a:srgbClr val="D7D3DE"/>
          </a:solidFill>
          <a:ln/>
        </p:spPr>
        <p:txBody>
          <a:bodyPr/>
          <a:lstStyle/>
          <a:p>
            <a:endParaRPr lang="en-US"/>
          </a:p>
        </p:txBody>
      </p:sp>
      <p:sp>
        <p:nvSpPr>
          <p:cNvPr id="19" name="Text 17"/>
          <p:cNvSpPr/>
          <p:nvPr/>
        </p:nvSpPr>
        <p:spPr>
          <a:xfrm>
            <a:off x="3589706" y="4069080"/>
            <a:ext cx="2227250" cy="914400"/>
          </a:xfrm>
          <a:prstGeom prst="rect">
            <a:avLst/>
          </a:prstGeom>
          <a:noFill/>
          <a:ln/>
        </p:spPr>
        <p:txBody>
          <a:bodyPr wrap="square" lIns="0" tIns="0" rIns="0" bIns="0" rtlCol="0" anchor="t"/>
          <a:lstStyle/>
          <a:p>
            <a:pPr marL="0" indent="0" algn="ctr">
              <a:lnSpc>
                <a:spcPts val="1200"/>
              </a:lnSpc>
              <a:spcAft>
                <a:spcPts val="600"/>
              </a:spcAft>
              <a:buNone/>
            </a:pPr>
            <a:r>
              <a:rPr lang="en-US" sz="950" dirty="0">
                <a:solidFill>
                  <a:srgbClr val="3B3350"/>
                </a:solidFill>
                <a:latin typeface="Calibri" pitchFamily="34" charset="0"/>
                <a:ea typeface="Calibri" pitchFamily="34" charset="-122"/>
                <a:cs typeface="Calibri" pitchFamily="34" charset="-120"/>
              </a:rPr>
              <a:t>VP Finance, Innovacare Health</a:t>
            </a:r>
            <a:endParaRPr lang="en-US" sz="950" dirty="0"/>
          </a:p>
          <a:p>
            <a:pPr marL="0" indent="0" algn="ctr">
              <a:lnSpc>
                <a:spcPts val="1200"/>
              </a:lnSpc>
              <a:spcAft>
                <a:spcPts val="600"/>
              </a:spcAft>
              <a:buNone/>
            </a:pPr>
            <a:r>
              <a:rPr lang="en-US" sz="950" dirty="0">
                <a:solidFill>
                  <a:srgbClr val="3B3350"/>
                </a:solidFill>
                <a:latin typeface="Calibri" pitchFamily="34" charset="0"/>
                <a:ea typeface="Calibri" pitchFamily="34" charset="-122"/>
                <a:cs typeface="Calibri" pitchFamily="34" charset="-120"/>
              </a:rPr>
              <a:t>Director of Finance, MMM of Florida</a:t>
            </a:r>
            <a:endParaRPr lang="en-US" sz="950" dirty="0"/>
          </a:p>
          <a:p>
            <a:pPr marL="0" indent="0" algn="ctr">
              <a:lnSpc>
                <a:spcPts val="1200"/>
              </a:lnSpc>
              <a:spcAft>
                <a:spcPts val="600"/>
              </a:spcAft>
              <a:buNone/>
            </a:pPr>
            <a:r>
              <a:rPr lang="en-US" sz="950" dirty="0">
                <a:solidFill>
                  <a:srgbClr val="3B3350"/>
                </a:solidFill>
                <a:latin typeface="Calibri" pitchFamily="34" charset="0"/>
                <a:ea typeface="Calibri" pitchFamily="34" charset="-122"/>
                <a:cs typeface="Calibri" pitchFamily="34" charset="-120"/>
              </a:rPr>
              <a:t>MBA, Nova Southeastern University</a:t>
            </a:r>
            <a:endParaRPr lang="en-US" sz="950" dirty="0"/>
          </a:p>
        </p:txBody>
      </p:sp>
      <p:sp>
        <p:nvSpPr>
          <p:cNvPr id="20" name="Shape 18"/>
          <p:cNvSpPr/>
          <p:nvPr/>
        </p:nvSpPr>
        <p:spPr>
          <a:xfrm>
            <a:off x="6210148" y="1554480"/>
            <a:ext cx="2556434" cy="3566160"/>
          </a:xfrm>
          <a:prstGeom prst="roundRect">
            <a:avLst>
              <a:gd name="adj" fmla="val 2146"/>
            </a:avLst>
          </a:prstGeom>
          <a:solidFill>
            <a:srgbClr val="FFFFFF"/>
          </a:solidFill>
          <a:ln w="12700">
            <a:solidFill>
              <a:srgbClr val="D7D3DE"/>
            </a:solidFill>
            <a:prstDash val="solid"/>
          </a:ln>
        </p:spPr>
        <p:txBody>
          <a:bodyPr/>
          <a:lstStyle/>
          <a:p>
            <a:endParaRPr lang="en-US"/>
          </a:p>
        </p:txBody>
      </p:sp>
      <p:sp>
        <p:nvSpPr>
          <p:cNvPr id="23" name="Text 21"/>
          <p:cNvSpPr/>
          <p:nvPr/>
        </p:nvSpPr>
        <p:spPr>
          <a:xfrm>
            <a:off x="6347308" y="2907792"/>
            <a:ext cx="2282114" cy="502920"/>
          </a:xfrm>
          <a:prstGeom prst="rect">
            <a:avLst/>
          </a:prstGeom>
          <a:noFill/>
          <a:ln/>
        </p:spPr>
        <p:txBody>
          <a:bodyPr wrap="square" lIns="0" tIns="0" rIns="0" bIns="0" rtlCol="0" anchor="t"/>
          <a:lstStyle/>
          <a:p>
            <a:pPr marL="0" indent="0" algn="ctr">
              <a:lnSpc>
                <a:spcPts val="1600"/>
              </a:lnSpc>
              <a:buNone/>
            </a:pPr>
            <a:r>
              <a:rPr lang="en-US" sz="1300" b="1" dirty="0">
                <a:solidFill>
                  <a:srgbClr val="201243"/>
                </a:solidFill>
                <a:latin typeface="Calibri" pitchFamily="34" charset="0"/>
                <a:ea typeface="Calibri" pitchFamily="34" charset="-122"/>
                <a:cs typeface="Calibri" pitchFamily="34" charset="-120"/>
              </a:rPr>
              <a:t>Ailenis San Martin</a:t>
            </a:r>
            <a:endParaRPr lang="en-US" sz="1300" dirty="0"/>
          </a:p>
        </p:txBody>
      </p:sp>
      <p:sp>
        <p:nvSpPr>
          <p:cNvPr id="24" name="Text 22"/>
          <p:cNvSpPr/>
          <p:nvPr/>
        </p:nvSpPr>
        <p:spPr>
          <a:xfrm>
            <a:off x="6347308" y="3401568"/>
            <a:ext cx="2282114" cy="457200"/>
          </a:xfrm>
          <a:prstGeom prst="rect">
            <a:avLst/>
          </a:prstGeom>
          <a:noFill/>
          <a:ln/>
        </p:spPr>
        <p:txBody>
          <a:bodyPr wrap="square" lIns="0" tIns="0" rIns="0" bIns="0" rtlCol="0" anchor="t"/>
          <a:lstStyle/>
          <a:p>
            <a:pPr marL="0" indent="0" algn="ctr">
              <a:lnSpc>
                <a:spcPts val="1300"/>
              </a:lnSpc>
              <a:buNone/>
            </a:pPr>
            <a:r>
              <a:rPr lang="en-US" sz="1050" i="1" dirty="0">
                <a:solidFill>
                  <a:srgbClr val="825B90"/>
                </a:solidFill>
                <a:latin typeface="Calibri" pitchFamily="34" charset="0"/>
                <a:ea typeface="Calibri" pitchFamily="34" charset="-122"/>
                <a:cs typeface="Calibri" pitchFamily="34" charset="-120"/>
              </a:rPr>
              <a:t>VP of Operations</a:t>
            </a:r>
            <a:endParaRPr lang="en-US" sz="1050" dirty="0"/>
          </a:p>
        </p:txBody>
      </p:sp>
      <p:sp>
        <p:nvSpPr>
          <p:cNvPr id="25" name="Shape 23"/>
          <p:cNvSpPr/>
          <p:nvPr/>
        </p:nvSpPr>
        <p:spPr>
          <a:xfrm>
            <a:off x="7168325" y="3913632"/>
            <a:ext cx="640080" cy="10973"/>
          </a:xfrm>
          <a:prstGeom prst="rect">
            <a:avLst/>
          </a:prstGeom>
          <a:solidFill>
            <a:srgbClr val="D7D3DE"/>
          </a:solidFill>
          <a:ln/>
        </p:spPr>
        <p:txBody>
          <a:bodyPr/>
          <a:lstStyle/>
          <a:p>
            <a:endParaRPr lang="en-US"/>
          </a:p>
        </p:txBody>
      </p:sp>
      <p:sp>
        <p:nvSpPr>
          <p:cNvPr id="26" name="Text 24"/>
          <p:cNvSpPr/>
          <p:nvPr/>
        </p:nvSpPr>
        <p:spPr>
          <a:xfrm>
            <a:off x="6374740" y="4069080"/>
            <a:ext cx="2227250" cy="914400"/>
          </a:xfrm>
          <a:prstGeom prst="rect">
            <a:avLst/>
          </a:prstGeom>
          <a:noFill/>
          <a:ln/>
        </p:spPr>
        <p:txBody>
          <a:bodyPr wrap="square" lIns="0" tIns="0" rIns="0" bIns="0" rtlCol="0" anchor="t"/>
          <a:lstStyle/>
          <a:p>
            <a:pPr marL="0" indent="0" algn="ctr">
              <a:lnSpc>
                <a:spcPts val="1200"/>
              </a:lnSpc>
              <a:spcAft>
                <a:spcPts val="600"/>
              </a:spcAft>
              <a:buNone/>
            </a:pPr>
            <a:r>
              <a:rPr lang="en-US" sz="950" dirty="0">
                <a:solidFill>
                  <a:srgbClr val="3B3350"/>
                </a:solidFill>
                <a:latin typeface="Calibri" pitchFamily="34" charset="0"/>
                <a:ea typeface="Calibri" pitchFamily="34" charset="-122"/>
                <a:cs typeface="Calibri" pitchFamily="34" charset="-120"/>
              </a:rPr>
              <a:t>VP Market Operations, InnovaCare Health</a:t>
            </a:r>
            <a:endParaRPr lang="en-US" sz="950" dirty="0"/>
          </a:p>
          <a:p>
            <a:pPr marL="0" indent="0" algn="ctr">
              <a:lnSpc>
                <a:spcPts val="1200"/>
              </a:lnSpc>
              <a:spcAft>
                <a:spcPts val="600"/>
              </a:spcAft>
              <a:buNone/>
            </a:pPr>
            <a:r>
              <a:rPr lang="en-US" sz="950" dirty="0">
                <a:solidFill>
                  <a:srgbClr val="3B3350"/>
                </a:solidFill>
                <a:latin typeface="Calibri" pitchFamily="34" charset="0"/>
                <a:ea typeface="Calibri" pitchFamily="34" charset="-122"/>
                <a:cs typeface="Calibri" pitchFamily="34" charset="-120"/>
              </a:rPr>
              <a:t>Practice Admin, Urban Health Physicians</a:t>
            </a:r>
            <a:endParaRPr lang="en-US" sz="950" dirty="0"/>
          </a:p>
          <a:p>
            <a:pPr marL="0" indent="0" algn="ctr">
              <a:lnSpc>
                <a:spcPts val="1200"/>
              </a:lnSpc>
              <a:spcAft>
                <a:spcPts val="600"/>
              </a:spcAft>
              <a:buNone/>
            </a:pPr>
            <a:r>
              <a:rPr lang="en-US" sz="950" dirty="0">
                <a:solidFill>
                  <a:srgbClr val="3B3350"/>
                </a:solidFill>
                <a:latin typeface="Calibri" pitchFamily="34" charset="0"/>
                <a:ea typeface="Calibri" pitchFamily="34" charset="-122"/>
                <a:cs typeface="Calibri" pitchFamily="34" charset="-120"/>
              </a:rPr>
              <a:t>MBA, Keiser University</a:t>
            </a:r>
            <a:endParaRPr lang="en-US" sz="950" dirty="0"/>
          </a:p>
        </p:txBody>
      </p:sp>
      <p:sp>
        <p:nvSpPr>
          <p:cNvPr id="27" name="Shape 25"/>
          <p:cNvSpPr/>
          <p:nvPr/>
        </p:nvSpPr>
        <p:spPr>
          <a:xfrm>
            <a:off x="8995181" y="1554480"/>
            <a:ext cx="2556434" cy="3566160"/>
          </a:xfrm>
          <a:prstGeom prst="roundRect">
            <a:avLst>
              <a:gd name="adj" fmla="val 2146"/>
            </a:avLst>
          </a:prstGeom>
          <a:solidFill>
            <a:srgbClr val="FFFFFF"/>
          </a:solidFill>
          <a:ln w="12700">
            <a:solidFill>
              <a:srgbClr val="D7D3DE"/>
            </a:solidFill>
            <a:prstDash val="solid"/>
          </a:ln>
        </p:spPr>
        <p:txBody>
          <a:bodyPr/>
          <a:lstStyle/>
          <a:p>
            <a:endParaRPr lang="en-US"/>
          </a:p>
        </p:txBody>
      </p:sp>
      <p:sp>
        <p:nvSpPr>
          <p:cNvPr id="30" name="Text 28"/>
          <p:cNvSpPr/>
          <p:nvPr/>
        </p:nvSpPr>
        <p:spPr>
          <a:xfrm>
            <a:off x="9132341" y="2907792"/>
            <a:ext cx="2282114" cy="502920"/>
          </a:xfrm>
          <a:prstGeom prst="rect">
            <a:avLst/>
          </a:prstGeom>
          <a:noFill/>
          <a:ln/>
        </p:spPr>
        <p:txBody>
          <a:bodyPr wrap="square" lIns="0" tIns="0" rIns="0" bIns="0" rtlCol="0" anchor="t"/>
          <a:lstStyle/>
          <a:p>
            <a:pPr marL="0" indent="0" algn="ctr">
              <a:lnSpc>
                <a:spcPts val="1600"/>
              </a:lnSpc>
              <a:buNone/>
            </a:pPr>
            <a:r>
              <a:rPr lang="en-US" sz="1300" b="1" dirty="0">
                <a:solidFill>
                  <a:srgbClr val="201243"/>
                </a:solidFill>
                <a:latin typeface="Calibri" pitchFamily="34" charset="0"/>
                <a:ea typeface="Calibri" pitchFamily="34" charset="-122"/>
                <a:cs typeface="Calibri" pitchFamily="34" charset="-120"/>
              </a:rPr>
              <a:t>Brent Garnes</a:t>
            </a:r>
            <a:endParaRPr lang="en-US" sz="1300" dirty="0"/>
          </a:p>
        </p:txBody>
      </p:sp>
      <p:sp>
        <p:nvSpPr>
          <p:cNvPr id="31" name="Text 29"/>
          <p:cNvSpPr/>
          <p:nvPr/>
        </p:nvSpPr>
        <p:spPr>
          <a:xfrm>
            <a:off x="9132341" y="3401568"/>
            <a:ext cx="2282114" cy="457200"/>
          </a:xfrm>
          <a:prstGeom prst="rect">
            <a:avLst/>
          </a:prstGeom>
          <a:noFill/>
          <a:ln/>
        </p:spPr>
        <p:txBody>
          <a:bodyPr wrap="square" lIns="0" tIns="0" rIns="0" bIns="0" rtlCol="0" anchor="t"/>
          <a:lstStyle/>
          <a:p>
            <a:pPr marL="0" indent="0" algn="ctr">
              <a:lnSpc>
                <a:spcPts val="1300"/>
              </a:lnSpc>
              <a:buNone/>
            </a:pPr>
            <a:r>
              <a:rPr lang="en-US" sz="1050" i="1" dirty="0">
                <a:solidFill>
                  <a:srgbClr val="825B90"/>
                </a:solidFill>
                <a:latin typeface="Calibri" pitchFamily="34" charset="0"/>
                <a:ea typeface="Calibri" pitchFamily="34" charset="-122"/>
                <a:cs typeface="Calibri" pitchFamily="34" charset="-120"/>
              </a:rPr>
              <a:t>VP of Business Development</a:t>
            </a:r>
            <a:endParaRPr lang="en-US" sz="1050" dirty="0"/>
          </a:p>
        </p:txBody>
      </p:sp>
      <p:sp>
        <p:nvSpPr>
          <p:cNvPr id="32" name="Shape 30"/>
          <p:cNvSpPr/>
          <p:nvPr/>
        </p:nvSpPr>
        <p:spPr>
          <a:xfrm>
            <a:off x="9953358" y="3913632"/>
            <a:ext cx="640080" cy="10973"/>
          </a:xfrm>
          <a:prstGeom prst="rect">
            <a:avLst/>
          </a:prstGeom>
          <a:solidFill>
            <a:srgbClr val="D7D3DE"/>
          </a:solidFill>
          <a:ln/>
        </p:spPr>
        <p:txBody>
          <a:bodyPr/>
          <a:lstStyle/>
          <a:p>
            <a:endParaRPr lang="en-US"/>
          </a:p>
        </p:txBody>
      </p:sp>
      <p:sp>
        <p:nvSpPr>
          <p:cNvPr id="33" name="Text 31"/>
          <p:cNvSpPr/>
          <p:nvPr/>
        </p:nvSpPr>
        <p:spPr>
          <a:xfrm>
            <a:off x="9159773" y="4069080"/>
            <a:ext cx="2227250" cy="914400"/>
          </a:xfrm>
          <a:prstGeom prst="rect">
            <a:avLst/>
          </a:prstGeom>
          <a:noFill/>
          <a:ln/>
        </p:spPr>
        <p:txBody>
          <a:bodyPr wrap="square" lIns="0" tIns="0" rIns="0" bIns="0" rtlCol="0" anchor="t"/>
          <a:lstStyle/>
          <a:p>
            <a:pPr marL="0" indent="0" algn="ctr">
              <a:lnSpc>
                <a:spcPts val="1200"/>
              </a:lnSpc>
              <a:spcAft>
                <a:spcPts val="600"/>
              </a:spcAft>
              <a:buNone/>
            </a:pPr>
            <a:r>
              <a:rPr lang="en-US" sz="950" dirty="0">
                <a:solidFill>
                  <a:srgbClr val="3B3350"/>
                </a:solidFill>
                <a:latin typeface="Calibri" pitchFamily="34" charset="0"/>
                <a:ea typeface="Calibri" pitchFamily="34" charset="-122"/>
                <a:cs typeface="Calibri" pitchFamily="34" charset="-120"/>
              </a:rPr>
              <a:t>FL Regional Marketing Director, CareFirst</a:t>
            </a:r>
            <a:endParaRPr lang="en-US" sz="950" dirty="0"/>
          </a:p>
          <a:p>
            <a:pPr marL="0" indent="0" algn="ctr">
              <a:lnSpc>
                <a:spcPts val="1200"/>
              </a:lnSpc>
              <a:spcAft>
                <a:spcPts val="600"/>
              </a:spcAft>
              <a:buNone/>
            </a:pPr>
            <a:r>
              <a:rPr lang="en-US" sz="950" dirty="0">
                <a:solidFill>
                  <a:srgbClr val="3B3350"/>
                </a:solidFill>
                <a:latin typeface="Calibri" pitchFamily="34" charset="0"/>
                <a:ea typeface="Calibri" pitchFamily="34" charset="-122"/>
                <a:cs typeface="Calibri" pitchFamily="34" charset="-120"/>
              </a:rPr>
              <a:t>Regional Marketing Director, Gateway</a:t>
            </a:r>
            <a:endParaRPr lang="en-US" sz="950" dirty="0"/>
          </a:p>
          <a:p>
            <a:pPr marL="0" indent="0" algn="ctr">
              <a:lnSpc>
                <a:spcPts val="1200"/>
              </a:lnSpc>
              <a:spcAft>
                <a:spcPts val="600"/>
              </a:spcAft>
              <a:buNone/>
            </a:pPr>
            <a:r>
              <a:rPr lang="en-US" sz="950" dirty="0">
                <a:solidFill>
                  <a:srgbClr val="3B3350"/>
                </a:solidFill>
                <a:latin typeface="Calibri" pitchFamily="34" charset="0"/>
                <a:ea typeface="Calibri" pitchFamily="34" charset="-122"/>
                <a:cs typeface="Calibri" pitchFamily="34" charset="-120"/>
              </a:rPr>
              <a:t>Clayton State University</a:t>
            </a:r>
            <a:endParaRPr lang="en-US" sz="950" dirty="0"/>
          </a:p>
        </p:txBody>
      </p:sp>
      <p:sp>
        <p:nvSpPr>
          <p:cNvPr id="34" name="Shape 32"/>
          <p:cNvSpPr/>
          <p:nvPr/>
        </p:nvSpPr>
        <p:spPr>
          <a:xfrm>
            <a:off x="640080" y="5349240"/>
            <a:ext cx="10911535" cy="566928"/>
          </a:xfrm>
          <a:prstGeom prst="roundRect">
            <a:avLst>
              <a:gd name="adj" fmla="val 8065"/>
            </a:avLst>
          </a:prstGeom>
          <a:solidFill>
            <a:srgbClr val="F3F6FC"/>
          </a:solidFill>
          <a:ln w="12700">
            <a:solidFill>
              <a:srgbClr val="E3E0EA"/>
            </a:solidFill>
            <a:prstDash val="solid"/>
          </a:ln>
        </p:spPr>
        <p:txBody>
          <a:bodyPr/>
          <a:lstStyle/>
          <a:p>
            <a:endParaRPr lang="en-US"/>
          </a:p>
        </p:txBody>
      </p:sp>
      <p:sp>
        <p:nvSpPr>
          <p:cNvPr id="35" name="Text 33"/>
          <p:cNvSpPr/>
          <p:nvPr/>
        </p:nvSpPr>
        <p:spPr>
          <a:xfrm>
            <a:off x="822960" y="5349240"/>
            <a:ext cx="10545775" cy="566928"/>
          </a:xfrm>
          <a:prstGeom prst="rect">
            <a:avLst/>
          </a:prstGeom>
          <a:noFill/>
          <a:ln/>
        </p:spPr>
        <p:txBody>
          <a:bodyPr wrap="square" lIns="0" tIns="0" rIns="0" bIns="0" rtlCol="0" anchor="ctr"/>
          <a:lstStyle/>
          <a:p>
            <a:pPr marL="0" indent="0" algn="ctr">
              <a:buNone/>
            </a:pPr>
            <a:r>
              <a:rPr lang="en-US" sz="1150" dirty="0">
                <a:solidFill>
                  <a:srgbClr val="201243"/>
                </a:solidFill>
                <a:latin typeface="Calibri" pitchFamily="34" charset="0"/>
                <a:ea typeface="Calibri" pitchFamily="34" charset="-122"/>
                <a:cs typeface="Calibri" pitchFamily="34" charset="-120"/>
              </a:rPr>
              <a:t>The corporate team absorbs billing, credentialing, scheduling infrastructure and payer management, so the practice can focus on clinical delivery and referral relationships</a:t>
            </a:r>
            <a:endParaRPr lang="en-US" sz="1150" dirty="0"/>
          </a:p>
        </p:txBody>
      </p:sp>
      <p:sp>
        <p:nvSpPr>
          <p:cNvPr id="36" name="Text 34"/>
          <p:cNvSpPr/>
          <p:nvPr/>
        </p:nvSpPr>
        <p:spPr>
          <a:xfrm>
            <a:off x="640080" y="6400800"/>
            <a:ext cx="3657600" cy="228600"/>
          </a:xfrm>
          <a:prstGeom prst="rect">
            <a:avLst/>
          </a:prstGeom>
          <a:noFill/>
          <a:ln/>
        </p:spPr>
        <p:txBody>
          <a:bodyPr wrap="square" lIns="0" tIns="0" rIns="0" bIns="0" rtlCol="0" anchor="ctr"/>
          <a:lstStyle/>
          <a:p>
            <a:pPr marL="0" indent="0">
              <a:buNone/>
            </a:pPr>
            <a:r>
              <a:rPr lang="en-US" sz="900" dirty="0">
                <a:solidFill>
                  <a:srgbClr val="837D94"/>
                </a:solidFill>
                <a:latin typeface="Calibri" pitchFamily="34" charset="0"/>
                <a:ea typeface="Calibri" pitchFamily="34" charset="-122"/>
                <a:cs typeface="Calibri" pitchFamily="34" charset="-120"/>
              </a:rPr>
              <a:t>RadX inc.  ·  Confidential</a:t>
            </a:r>
            <a:endParaRPr lang="en-US" sz="900" dirty="0"/>
          </a:p>
        </p:txBody>
      </p:sp>
      <p:sp>
        <p:nvSpPr>
          <p:cNvPr id="37" name="Text 35"/>
          <p:cNvSpPr/>
          <p:nvPr/>
        </p:nvSpPr>
        <p:spPr>
          <a:xfrm>
            <a:off x="4206240" y="6400800"/>
            <a:ext cx="6583680" cy="228600"/>
          </a:xfrm>
          <a:prstGeom prst="rect">
            <a:avLst/>
          </a:prstGeom>
          <a:noFill/>
          <a:ln/>
        </p:spPr>
        <p:txBody>
          <a:bodyPr wrap="square" lIns="0" tIns="0" rIns="0" bIns="0" rtlCol="0" anchor="ctr"/>
          <a:lstStyle/>
          <a:p>
            <a:pPr marL="0" indent="0" algn="ctr">
              <a:buNone/>
            </a:pPr>
            <a:r>
              <a:rPr lang="en-US" sz="900" dirty="0">
                <a:solidFill>
                  <a:srgbClr val="B03A3A"/>
                </a:solidFill>
                <a:latin typeface="Calibri" pitchFamily="34" charset="0"/>
                <a:ea typeface="Calibri" pitchFamily="34" charset="-122"/>
                <a:cs typeface="Calibri" pitchFamily="34" charset="-120"/>
              </a:rPr>
              <a:t>Presentation Does Not Constitute a Binding Offer - Figures Subject to Confirmatory Due Diligence</a:t>
            </a:r>
            <a:endParaRPr lang="en-US" sz="900" dirty="0"/>
          </a:p>
        </p:txBody>
      </p:sp>
      <p:sp>
        <p:nvSpPr>
          <p:cNvPr id="38" name="Text 36"/>
          <p:cNvSpPr/>
          <p:nvPr/>
        </p:nvSpPr>
        <p:spPr>
          <a:xfrm>
            <a:off x="11002975" y="6400800"/>
            <a:ext cx="548640" cy="228600"/>
          </a:xfrm>
          <a:prstGeom prst="rect">
            <a:avLst/>
          </a:prstGeom>
          <a:noFill/>
          <a:ln/>
        </p:spPr>
        <p:txBody>
          <a:bodyPr wrap="square" lIns="0" tIns="0" rIns="0" bIns="0" rtlCol="0" anchor="ctr"/>
          <a:lstStyle/>
          <a:p>
            <a:pPr marL="0" indent="0" algn="r">
              <a:buNone/>
            </a:pPr>
            <a:r>
              <a:rPr lang="en-US" sz="1000" b="1" dirty="0">
                <a:solidFill>
                  <a:srgbClr val="201243"/>
                </a:solidFill>
                <a:latin typeface="Calibri" pitchFamily="34" charset="0"/>
                <a:ea typeface="Calibri" pitchFamily="34" charset="-122"/>
                <a:cs typeface="Calibri" pitchFamily="34" charset="-120"/>
              </a:rPr>
              <a:t>15</a:t>
            </a:r>
            <a:endParaRPr lang="en-US" sz="1000" dirty="0"/>
          </a:p>
        </p:txBody>
      </p:sp>
      <p:pic>
        <p:nvPicPr>
          <p:cNvPr id="40" name="Picture 39" descr="Profile image">
            <a:extLst>
              <a:ext uri="{FF2B5EF4-FFF2-40B4-BE49-F238E27FC236}">
                <a16:creationId xmlns:a16="http://schemas.microsoft.com/office/drawing/2014/main" id="{AADD5F57-88DC-FABA-9C58-90D80E0DEA61}"/>
              </a:ext>
            </a:extLst>
          </p:cNvPr>
          <p:cNvPicPr>
            <a:picLocks noChangeAspect="1"/>
          </p:cNvPicPr>
          <p:nvPr/>
        </p:nvPicPr>
        <p:blipFill>
          <a:blip r:embed="rId3"/>
          <a:stretch>
            <a:fillRect/>
          </a:stretch>
        </p:blipFill>
        <p:spPr>
          <a:xfrm>
            <a:off x="4246131" y="1847088"/>
            <a:ext cx="914400" cy="914400"/>
          </a:xfrm>
          <a:prstGeom prst="ellipse">
            <a:avLst/>
          </a:prstGeom>
        </p:spPr>
      </p:pic>
      <p:pic>
        <p:nvPicPr>
          <p:cNvPr id="42" name="Picture 41" descr="Profile image">
            <a:extLst>
              <a:ext uri="{FF2B5EF4-FFF2-40B4-BE49-F238E27FC236}">
                <a16:creationId xmlns:a16="http://schemas.microsoft.com/office/drawing/2014/main" id="{CF981D0F-292C-878C-BC0E-6FB65DBCF6FB}"/>
              </a:ext>
            </a:extLst>
          </p:cNvPr>
          <p:cNvPicPr>
            <a:picLocks noChangeAspect="1"/>
          </p:cNvPicPr>
          <p:nvPr/>
        </p:nvPicPr>
        <p:blipFill>
          <a:blip r:embed="rId4"/>
          <a:stretch>
            <a:fillRect/>
          </a:stretch>
        </p:blipFill>
        <p:spPr>
          <a:xfrm>
            <a:off x="7031165" y="1847088"/>
            <a:ext cx="914400" cy="914400"/>
          </a:xfrm>
          <a:prstGeom prst="ellipse">
            <a:avLst/>
          </a:prstGeom>
        </p:spPr>
      </p:pic>
      <p:pic>
        <p:nvPicPr>
          <p:cNvPr id="44" name="Picture 43" descr="Profile image">
            <a:extLst>
              <a:ext uri="{FF2B5EF4-FFF2-40B4-BE49-F238E27FC236}">
                <a16:creationId xmlns:a16="http://schemas.microsoft.com/office/drawing/2014/main" id="{40154694-B355-D795-A32F-FC0597F4F8CB}"/>
              </a:ext>
            </a:extLst>
          </p:cNvPr>
          <p:cNvPicPr>
            <a:picLocks noChangeAspect="1"/>
          </p:cNvPicPr>
          <p:nvPr/>
        </p:nvPicPr>
        <p:blipFill>
          <a:blip r:embed="rId5"/>
          <a:stretch>
            <a:fillRect/>
          </a:stretch>
        </p:blipFill>
        <p:spPr>
          <a:xfrm>
            <a:off x="9816198" y="1847088"/>
            <a:ext cx="914400" cy="914400"/>
          </a:xfrm>
          <a:prstGeom prst="ellipse">
            <a:avLst/>
          </a:prstGeom>
        </p:spPr>
      </p:pic>
      <p:pic>
        <p:nvPicPr>
          <p:cNvPr id="46" name="Picture 45" descr="Dr. Chintan Desai - M1 Imaging Center">
            <a:extLst>
              <a:ext uri="{FF2B5EF4-FFF2-40B4-BE49-F238E27FC236}">
                <a16:creationId xmlns:a16="http://schemas.microsoft.com/office/drawing/2014/main" id="{AB217848-B351-2726-8193-306228EF0D4C}"/>
              </a:ext>
            </a:extLst>
          </p:cNvPr>
          <p:cNvPicPr>
            <a:picLocks noChangeAspect="1"/>
          </p:cNvPicPr>
          <p:nvPr/>
        </p:nvPicPr>
        <p:blipFill rotWithShape="1">
          <a:blip r:embed="rId6"/>
          <a:srcRect l="38" t="7026" r="-38" b="26306"/>
          <a:stretch>
            <a:fillRect/>
          </a:stretch>
        </p:blipFill>
        <p:spPr>
          <a:xfrm>
            <a:off x="1461097" y="1847088"/>
            <a:ext cx="914400" cy="914400"/>
          </a:xfrm>
          <a:prstGeom prst="ellipse">
            <a:avLst/>
          </a:prstGeom>
        </p:spPr>
      </p:pic>
    </p:spTree>
    <p:extLst>
      <p:ext uri="{BB962C8B-B14F-4D97-AF65-F5344CB8AC3E}">
        <p14:creationId xmlns:p14="http://schemas.microsoft.com/office/powerpoint/2010/main" val="10779966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bg>
      <p:bgPr>
        <a:solidFill>
          <a:srgbClr val="201243"/>
        </a:solidFill>
        <a:effectLst/>
      </p:bgPr>
    </p:bg>
    <p:spTree>
      <p:nvGrpSpPr>
        <p:cNvPr id="1" name=""/>
        <p:cNvGrpSpPr/>
        <p:nvPr/>
      </p:nvGrpSpPr>
      <p:grpSpPr>
        <a:xfrm>
          <a:off x="0" y="0"/>
          <a:ext cx="0" cy="0"/>
          <a:chOff x="0" y="0"/>
          <a:chExt cx="0" cy="0"/>
        </a:xfrm>
      </p:grpSpPr>
      <p:sp>
        <p:nvSpPr>
          <p:cNvPr id="2" name="Shape 0"/>
          <p:cNvSpPr/>
          <p:nvPr/>
        </p:nvSpPr>
        <p:spPr>
          <a:xfrm>
            <a:off x="8778240" y="1463040"/>
            <a:ext cx="4206240" cy="4206240"/>
          </a:xfrm>
          <a:prstGeom prst="ellipse">
            <a:avLst/>
          </a:prstGeom>
          <a:solidFill>
            <a:srgbClr val="2A1A4E"/>
          </a:solidFill>
          <a:ln w="12700">
            <a:solidFill>
              <a:srgbClr val="2A1A4E"/>
            </a:solidFill>
            <a:prstDash val="solid"/>
          </a:ln>
        </p:spPr>
        <p:txBody>
          <a:bodyPr/>
          <a:lstStyle/>
          <a:p>
            <a:endParaRPr lang="en-US"/>
          </a:p>
        </p:txBody>
      </p:sp>
      <p:sp>
        <p:nvSpPr>
          <p:cNvPr id="3" name="Shape 1"/>
          <p:cNvSpPr/>
          <p:nvPr/>
        </p:nvSpPr>
        <p:spPr>
          <a:xfrm>
            <a:off x="9555480" y="2240280"/>
            <a:ext cx="2651760" cy="2651760"/>
          </a:xfrm>
          <a:prstGeom prst="ellipse">
            <a:avLst/>
          </a:prstGeom>
          <a:solidFill>
            <a:srgbClr val="201243"/>
          </a:solidFill>
          <a:ln w="12700">
            <a:solidFill>
              <a:srgbClr val="201243"/>
            </a:solidFill>
            <a:prstDash val="solid"/>
          </a:ln>
        </p:spPr>
        <p:txBody>
          <a:bodyPr/>
          <a:lstStyle/>
          <a:p>
            <a:endParaRPr lang="en-US"/>
          </a:p>
        </p:txBody>
      </p:sp>
      <p:sp>
        <p:nvSpPr>
          <p:cNvPr id="4" name="Text 2"/>
          <p:cNvSpPr/>
          <p:nvPr/>
        </p:nvSpPr>
        <p:spPr>
          <a:xfrm>
            <a:off x="640080" y="502920"/>
            <a:ext cx="2743200" cy="36576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RadX</a:t>
            </a:r>
            <a:r>
              <a:rPr lang="en-US" sz="1300" dirty="0">
                <a:solidFill>
                  <a:srgbClr val="B9AFD0"/>
                </a:solidFill>
                <a:latin typeface="Calibri" pitchFamily="34" charset="0"/>
                <a:ea typeface="Calibri" pitchFamily="34" charset="-122"/>
                <a:cs typeface="Calibri" pitchFamily="34" charset="-120"/>
              </a:rPr>
              <a:t> inc.</a:t>
            </a:r>
            <a:endParaRPr lang="en-US" sz="2200" dirty="0"/>
          </a:p>
        </p:txBody>
      </p:sp>
      <p:sp>
        <p:nvSpPr>
          <p:cNvPr id="5" name="Text 3"/>
          <p:cNvSpPr/>
          <p:nvPr/>
        </p:nvSpPr>
        <p:spPr>
          <a:xfrm>
            <a:off x="640080" y="1417320"/>
            <a:ext cx="7315200" cy="640080"/>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Next Steps</a:t>
            </a:r>
            <a:endParaRPr lang="en-US" sz="3400" dirty="0"/>
          </a:p>
        </p:txBody>
      </p:sp>
      <p:sp>
        <p:nvSpPr>
          <p:cNvPr id="6" name="Shape 4"/>
          <p:cNvSpPr/>
          <p:nvPr/>
        </p:nvSpPr>
        <p:spPr>
          <a:xfrm>
            <a:off x="640080" y="2148840"/>
            <a:ext cx="1463040" cy="27432"/>
          </a:xfrm>
          <a:prstGeom prst="rect">
            <a:avLst/>
          </a:prstGeom>
          <a:solidFill>
            <a:srgbClr val="825B90"/>
          </a:solidFill>
          <a:ln/>
        </p:spPr>
        <p:txBody>
          <a:bodyPr/>
          <a:lstStyle/>
          <a:p>
            <a:endParaRPr lang="en-US"/>
          </a:p>
        </p:txBody>
      </p:sp>
      <p:sp>
        <p:nvSpPr>
          <p:cNvPr id="7" name="Shape 5"/>
          <p:cNvSpPr/>
          <p:nvPr/>
        </p:nvSpPr>
        <p:spPr>
          <a:xfrm>
            <a:off x="640080" y="2624328"/>
            <a:ext cx="365760" cy="365760"/>
          </a:xfrm>
          <a:prstGeom prst="ellipse">
            <a:avLst/>
          </a:prstGeom>
          <a:solidFill>
            <a:srgbClr val="312552"/>
          </a:solidFill>
          <a:ln w="12700">
            <a:solidFill>
              <a:srgbClr val="825B90"/>
            </a:solidFill>
            <a:prstDash val="solid"/>
          </a:ln>
        </p:spPr>
        <p:txBody>
          <a:bodyPr/>
          <a:lstStyle/>
          <a:p>
            <a:endParaRPr lang="en-US"/>
          </a:p>
        </p:txBody>
      </p:sp>
      <p:sp>
        <p:nvSpPr>
          <p:cNvPr id="8" name="Text 6"/>
          <p:cNvSpPr/>
          <p:nvPr/>
        </p:nvSpPr>
        <p:spPr>
          <a:xfrm>
            <a:off x="640080" y="2688336"/>
            <a:ext cx="365760"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7"/>
          <p:cNvSpPr/>
          <p:nvPr/>
        </p:nvSpPr>
        <p:spPr>
          <a:xfrm>
            <a:off x="1234440" y="2606040"/>
            <a:ext cx="6949440" cy="548640"/>
          </a:xfrm>
          <a:prstGeom prst="rect">
            <a:avLst/>
          </a:prstGeom>
          <a:noFill/>
          <a:ln/>
        </p:spPr>
        <p:txBody>
          <a:bodyPr wrap="square" lIns="0" tIns="0" rIns="0" bIns="0" rtlCol="0" anchor="ctr"/>
          <a:lstStyle/>
          <a:p>
            <a:pPr marL="0" indent="0">
              <a:lnSpc>
                <a:spcPts val="1600"/>
              </a:lnSpc>
              <a:buNone/>
            </a:pPr>
            <a:r>
              <a:rPr lang="en-US" sz="1250" dirty="0">
                <a:solidFill>
                  <a:srgbClr val="E3DEEE"/>
                </a:solidFill>
                <a:latin typeface="Calibri" pitchFamily="34" charset="0"/>
                <a:ea typeface="Calibri" pitchFamily="34" charset="-122"/>
                <a:cs typeface="Calibri" pitchFamily="34" charset="-120"/>
              </a:rPr>
              <a:t>Review the accompanying Letter of Intent (“LOI”)</a:t>
            </a:r>
            <a:endParaRPr lang="en-US" sz="1250" dirty="0"/>
          </a:p>
        </p:txBody>
      </p:sp>
      <p:sp>
        <p:nvSpPr>
          <p:cNvPr id="10" name="Shape 8"/>
          <p:cNvSpPr/>
          <p:nvPr/>
        </p:nvSpPr>
        <p:spPr>
          <a:xfrm>
            <a:off x="640080" y="3282696"/>
            <a:ext cx="365760" cy="365760"/>
          </a:xfrm>
          <a:prstGeom prst="ellipse">
            <a:avLst/>
          </a:prstGeom>
          <a:solidFill>
            <a:srgbClr val="312552"/>
          </a:solidFill>
          <a:ln w="12700">
            <a:solidFill>
              <a:srgbClr val="825B90"/>
            </a:solidFill>
            <a:prstDash val="solid"/>
          </a:ln>
        </p:spPr>
        <p:txBody>
          <a:bodyPr/>
          <a:lstStyle/>
          <a:p>
            <a:endParaRPr lang="en-US"/>
          </a:p>
        </p:txBody>
      </p:sp>
      <p:sp>
        <p:nvSpPr>
          <p:cNvPr id="11" name="Text 9"/>
          <p:cNvSpPr/>
          <p:nvPr/>
        </p:nvSpPr>
        <p:spPr>
          <a:xfrm>
            <a:off x="640080" y="3346704"/>
            <a:ext cx="365760"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1234440" y="3264408"/>
            <a:ext cx="6949440" cy="548640"/>
          </a:xfrm>
          <a:prstGeom prst="rect">
            <a:avLst/>
          </a:prstGeom>
          <a:noFill/>
          <a:ln/>
        </p:spPr>
        <p:txBody>
          <a:bodyPr wrap="square" lIns="0" tIns="0" rIns="0" bIns="0" rtlCol="0" anchor="ctr"/>
          <a:lstStyle/>
          <a:p>
            <a:pPr marL="0" indent="0">
              <a:lnSpc>
                <a:spcPts val="1600"/>
              </a:lnSpc>
              <a:buNone/>
            </a:pPr>
            <a:r>
              <a:rPr lang="en-US" sz="1250" dirty="0">
                <a:solidFill>
                  <a:srgbClr val="E3DEEE"/>
                </a:solidFill>
                <a:latin typeface="Calibri" pitchFamily="34" charset="0"/>
                <a:ea typeface="Calibri" pitchFamily="34" charset="-122"/>
                <a:cs typeface="Calibri" pitchFamily="34" charset="-120"/>
              </a:rPr>
              <a:t>Connect with the RadX team to discuss any outstanding LOI points</a:t>
            </a:r>
            <a:endParaRPr lang="en-US" sz="1250" dirty="0"/>
          </a:p>
        </p:txBody>
      </p:sp>
      <p:sp>
        <p:nvSpPr>
          <p:cNvPr id="13" name="Shape 11"/>
          <p:cNvSpPr/>
          <p:nvPr/>
        </p:nvSpPr>
        <p:spPr>
          <a:xfrm>
            <a:off x="640080" y="3941064"/>
            <a:ext cx="365760" cy="365760"/>
          </a:xfrm>
          <a:prstGeom prst="ellipse">
            <a:avLst/>
          </a:prstGeom>
          <a:solidFill>
            <a:srgbClr val="312552"/>
          </a:solidFill>
          <a:ln w="12700">
            <a:solidFill>
              <a:srgbClr val="825B90"/>
            </a:solidFill>
            <a:prstDash val="solid"/>
          </a:ln>
        </p:spPr>
        <p:txBody>
          <a:bodyPr/>
          <a:lstStyle/>
          <a:p>
            <a:endParaRPr lang="en-US"/>
          </a:p>
        </p:txBody>
      </p:sp>
      <p:sp>
        <p:nvSpPr>
          <p:cNvPr id="14" name="Text 12"/>
          <p:cNvSpPr/>
          <p:nvPr/>
        </p:nvSpPr>
        <p:spPr>
          <a:xfrm>
            <a:off x="640080" y="4005072"/>
            <a:ext cx="365760"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5" name="Text 13"/>
          <p:cNvSpPr/>
          <p:nvPr/>
        </p:nvSpPr>
        <p:spPr>
          <a:xfrm>
            <a:off x="1234440" y="3922776"/>
            <a:ext cx="6949440" cy="548640"/>
          </a:xfrm>
          <a:prstGeom prst="rect">
            <a:avLst/>
          </a:prstGeom>
          <a:noFill/>
          <a:ln/>
        </p:spPr>
        <p:txBody>
          <a:bodyPr wrap="square" lIns="0" tIns="0" rIns="0" bIns="0" rtlCol="0" anchor="ctr"/>
          <a:lstStyle/>
          <a:p>
            <a:pPr marL="0" indent="0">
              <a:lnSpc>
                <a:spcPts val="1600"/>
              </a:lnSpc>
              <a:buNone/>
            </a:pPr>
            <a:r>
              <a:rPr lang="en-US" sz="1250" dirty="0">
                <a:solidFill>
                  <a:srgbClr val="E3DEEE"/>
                </a:solidFill>
                <a:latin typeface="Calibri" pitchFamily="34" charset="0"/>
                <a:ea typeface="Calibri" pitchFamily="34" charset="-122"/>
                <a:cs typeface="Calibri" pitchFamily="34" charset="-120"/>
              </a:rPr>
              <a:t>Execute the LOI and begin confirmatory diligence</a:t>
            </a:r>
            <a:endParaRPr lang="en-US" sz="1250" dirty="0"/>
          </a:p>
        </p:txBody>
      </p:sp>
      <p:sp>
        <p:nvSpPr>
          <p:cNvPr id="16" name="Shape 14"/>
          <p:cNvSpPr/>
          <p:nvPr/>
        </p:nvSpPr>
        <p:spPr>
          <a:xfrm>
            <a:off x="640080" y="4599432"/>
            <a:ext cx="365760" cy="365760"/>
          </a:xfrm>
          <a:prstGeom prst="ellipse">
            <a:avLst/>
          </a:prstGeom>
          <a:solidFill>
            <a:srgbClr val="312552"/>
          </a:solidFill>
          <a:ln w="12700">
            <a:solidFill>
              <a:srgbClr val="825B90"/>
            </a:solidFill>
            <a:prstDash val="solid"/>
          </a:ln>
        </p:spPr>
        <p:txBody>
          <a:bodyPr/>
          <a:lstStyle/>
          <a:p>
            <a:endParaRPr lang="en-US"/>
          </a:p>
        </p:txBody>
      </p:sp>
      <p:sp>
        <p:nvSpPr>
          <p:cNvPr id="17" name="Text 15"/>
          <p:cNvSpPr/>
          <p:nvPr/>
        </p:nvSpPr>
        <p:spPr>
          <a:xfrm>
            <a:off x="640080" y="4663440"/>
            <a:ext cx="365760"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8" name="Text 16"/>
          <p:cNvSpPr/>
          <p:nvPr/>
        </p:nvSpPr>
        <p:spPr>
          <a:xfrm>
            <a:off x="1234440" y="4581144"/>
            <a:ext cx="6949440" cy="548640"/>
          </a:xfrm>
          <a:prstGeom prst="rect">
            <a:avLst/>
          </a:prstGeom>
          <a:noFill/>
          <a:ln/>
        </p:spPr>
        <p:txBody>
          <a:bodyPr wrap="square" lIns="0" tIns="0" rIns="0" bIns="0" rtlCol="0" anchor="ctr"/>
          <a:lstStyle/>
          <a:p>
            <a:pPr marL="0" indent="0">
              <a:lnSpc>
                <a:spcPts val="1600"/>
              </a:lnSpc>
              <a:buNone/>
            </a:pPr>
            <a:r>
              <a:rPr lang="en-US" sz="1250" dirty="0">
                <a:solidFill>
                  <a:srgbClr val="E3DEEE"/>
                </a:solidFill>
                <a:latin typeface="Calibri" pitchFamily="34" charset="0"/>
                <a:ea typeface="Calibri" pitchFamily="34" charset="-122"/>
                <a:cs typeface="Calibri" pitchFamily="34" charset="-120"/>
              </a:rPr>
              <a:t>Introduce you to the operating team and, if helpful, to physicians who have already sold to RadX</a:t>
            </a:r>
            <a:endParaRPr lang="en-US" sz="1250" dirty="0"/>
          </a:p>
        </p:txBody>
      </p:sp>
      <p:sp>
        <p:nvSpPr>
          <p:cNvPr id="19" name="Shape 17"/>
          <p:cNvSpPr/>
          <p:nvPr/>
        </p:nvSpPr>
        <p:spPr>
          <a:xfrm>
            <a:off x="640080" y="5532120"/>
            <a:ext cx="7315200" cy="10973"/>
          </a:xfrm>
          <a:prstGeom prst="rect">
            <a:avLst/>
          </a:prstGeom>
          <a:solidFill>
            <a:srgbClr val="4E4270"/>
          </a:solidFill>
          <a:ln/>
        </p:spPr>
        <p:txBody>
          <a:bodyPr/>
          <a:lstStyle/>
          <a:p>
            <a:endParaRPr lang="en-US"/>
          </a:p>
        </p:txBody>
      </p:sp>
      <p:sp>
        <p:nvSpPr>
          <p:cNvPr id="20" name="Text 18"/>
          <p:cNvSpPr/>
          <p:nvPr/>
        </p:nvSpPr>
        <p:spPr>
          <a:xfrm>
            <a:off x="640080" y="5650992"/>
            <a:ext cx="7315200"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Dr. Chintan Desai, MD  ·  Founder &amp; Chief Executive Officer  ·  RadX, Inc.</a:t>
            </a:r>
            <a:endParaRPr lang="en-US" sz="1150" dirty="0"/>
          </a:p>
        </p:txBody>
      </p:sp>
      <p:sp>
        <p:nvSpPr>
          <p:cNvPr id="21" name="Text 19"/>
          <p:cNvSpPr/>
          <p:nvPr/>
        </p:nvSpPr>
        <p:spPr>
          <a:xfrm>
            <a:off x="640080" y="5925312"/>
            <a:ext cx="7863840" cy="274320"/>
          </a:xfrm>
          <a:prstGeom prst="rect">
            <a:avLst/>
          </a:prstGeom>
          <a:noFill/>
          <a:ln/>
        </p:spPr>
        <p:txBody>
          <a:bodyPr wrap="square" lIns="0" tIns="0" rIns="0" bIns="0" rtlCol="0" anchor="ctr"/>
          <a:lstStyle/>
          <a:p>
            <a:pPr marL="0" indent="0">
              <a:buNone/>
            </a:pPr>
            <a:r>
              <a:rPr lang="en-US" sz="1000" dirty="0">
                <a:solidFill>
                  <a:srgbClr val="9C8FB8"/>
                </a:solidFill>
                <a:latin typeface="Calibri" pitchFamily="34" charset="0"/>
                <a:ea typeface="Calibri" pitchFamily="34" charset="-122"/>
                <a:cs typeface="Calibri" pitchFamily="34" charset="-120"/>
              </a:rPr>
              <a:t>drdesai@radxinc.com  ·  (XXX) XXX-XXXX  ·  20+ centers across Florida, Georgia, Tennessee, Alabama, Michigan and Maryland</a:t>
            </a:r>
            <a:endParaRPr lang="en-US" sz="1000" dirty="0"/>
          </a:p>
        </p:txBody>
      </p:sp>
      <p:sp>
        <p:nvSpPr>
          <p:cNvPr id="22" name="Text 20"/>
          <p:cNvSpPr/>
          <p:nvPr/>
        </p:nvSpPr>
        <p:spPr>
          <a:xfrm>
            <a:off x="640080" y="6291072"/>
            <a:ext cx="7863840" cy="274320"/>
          </a:xfrm>
          <a:prstGeom prst="rect">
            <a:avLst/>
          </a:prstGeom>
          <a:noFill/>
          <a:ln/>
        </p:spPr>
        <p:txBody>
          <a:bodyPr wrap="square" lIns="0" tIns="0" rIns="0" bIns="0" rtlCol="0" anchor="ctr"/>
          <a:lstStyle/>
          <a:p>
            <a:pPr marL="0" indent="0">
              <a:buNone/>
            </a:pPr>
            <a:r>
              <a:rPr lang="en-US" sz="800" dirty="0">
                <a:solidFill>
                  <a:srgbClr val="C9707A"/>
                </a:solidFill>
                <a:latin typeface="Calibri" pitchFamily="34" charset="0"/>
                <a:ea typeface="Calibri" pitchFamily="34" charset="-122"/>
                <a:cs typeface="Calibri" pitchFamily="34" charset="-120"/>
              </a:rPr>
              <a:t>Presentation Does Not Constitute a Binding Offer - Figures Subject to Confirmatory Due Diligence</a:t>
            </a:r>
            <a:endParaRPr lang="en-US" sz="800" dirty="0"/>
          </a:p>
        </p:txBody>
      </p:sp>
    </p:spTree>
    <p:extLst>
      <p:ext uri="{BB962C8B-B14F-4D97-AF65-F5344CB8AC3E}">
        <p14:creationId xmlns:p14="http://schemas.microsoft.com/office/powerpoint/2010/main" val="109354569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015EDE03-3BA3-4A91-85AB-502DF784496C}">
  <we:reference id="WA200010001" version="1.0.0.1" store="Omex" storeType="OMEX"/>
  <we:alternateReferences>
    <we:reference id="WA200010001" version="1.0.0.1" store="WA200010001" storeType="OMEX"/>
  </we:alternateReferences>
  <we:properties>
    <we:property name="claude.fileId" value="&quot;77083d93-e868-4c2d-8f48-1f42038fd328&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D31D8A68442DF4386007D1286E00FCD" ma:contentTypeVersion="24" ma:contentTypeDescription="Create a new document." ma:contentTypeScope="" ma:versionID="241c92edd7d68a2b2807ce27ee6b3c91">
  <xsd:schema xmlns:xsd="http://www.w3.org/2001/XMLSchema" xmlns:xs="http://www.w3.org/2001/XMLSchema" xmlns:p="http://schemas.microsoft.com/office/2006/metadata/properties" xmlns:ns2="e1664ecc-5721-42ca-999c-8460fd9f811f" xmlns:ns3="0eea1aba-55c2-4546-872b-b3cb69a61a42" targetNamespace="http://schemas.microsoft.com/office/2006/metadata/properties" ma:root="true" ma:fieldsID="7d96471831ce601ee7bac199e52d024c" ns2:_="" ns3:_="">
    <xsd:import namespace="e1664ecc-5721-42ca-999c-8460fd9f811f"/>
    <xsd:import namespace="0eea1aba-55c2-4546-872b-b3cb69a61a42"/>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DateTaken" minOccurs="0"/>
                <xsd:element ref="ns3:MediaLengthInSeconds" minOccurs="0"/>
                <xsd:element ref="ns3:MediaServiceAutoKeyPoints" minOccurs="0"/>
                <xsd:element ref="ns3:MediaServiceKeyPoints" minOccurs="0"/>
                <xsd:element ref="ns2:TaxCatchAll" minOccurs="0"/>
                <xsd:element ref="ns3:MediaServiceLocation" minOccurs="0"/>
                <xsd:element ref="ns3:MediaServiceGenerationTime" minOccurs="0"/>
                <xsd:element ref="ns3:MediaServiceEventHashCode" minOccurs="0"/>
                <xsd:element ref="ns3:lcf76f155ced4ddcb4097134ff3c332f" minOccurs="0"/>
                <xsd:element ref="ns3:MediaServiceOCR" minOccurs="0"/>
                <xsd:element ref="ns3:Hyperlink" minOccurs="0"/>
                <xsd:element ref="ns3:MediaServiceObjectDetectorVersions" minOccurs="0"/>
                <xsd:element ref="ns3:Path" minOccurs="0"/>
                <xsd:element ref="ns3:MediaServiceSearchPropertie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1664ecc-5721-42ca-999c-8460fd9f811f"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4d122e34-c8c9-41fd-ae3f-35184f548240}" ma:internalName="TaxCatchAll" ma:showField="CatchAllData" ma:web="e1664ecc-5721-42ca-999c-8460fd9f811f">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0eea1aba-55c2-4546-872b-b3cb69a61a42"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Location" ma:index="17" nillable="true" ma:displayName="Location" ma:internalName="MediaServiceLocatio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ca2ab925-a1dc-499f-a098-e752b9693e7d" ma:termSetId="09814cd3-568e-fe90-9814-8d621ff8fb84" ma:anchorId="fba54fb3-c3e1-fe81-a776-ca4b69148c4d" ma:open="true" ma:isKeyword="false">
      <xsd:complexType>
        <xsd:sequence>
          <xsd:element ref="pc:Terms" minOccurs="0" maxOccurs="1"/>
        </xsd:sequence>
      </xsd:complexType>
    </xsd:element>
    <xsd:element name="MediaServiceOCR" ma:index="22" nillable="true" ma:displayName="Extracted Text" ma:internalName="MediaServiceOCR" ma:readOnly="true">
      <xsd:simpleType>
        <xsd:restriction base="dms:Note">
          <xsd:maxLength value="255"/>
        </xsd:restriction>
      </xsd:simpleType>
    </xsd:element>
    <xsd:element name="Hyperlink" ma:index="23" nillable="true" ma:displayName="Hyperlink" ma:format="Hyperlink" ma:internalName="Hyperlink">
      <xsd:complexType>
        <xsd:complexContent>
          <xsd:extension base="dms:URL">
            <xsd:sequence>
              <xsd:element name="Url" type="dms:ValidUrl" minOccurs="0" nillable="true"/>
              <xsd:element name="Description" type="xsd:string" nillable="true"/>
            </xsd:sequence>
          </xsd:extension>
        </xsd:complexContent>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Path" ma:index="25" nillable="true" ma:displayName="Path" ma:format="Hyperlink" ma:internalName="Path">
      <xsd:complexType>
        <xsd:complexContent>
          <xsd:extension base="dms:URL">
            <xsd:sequence>
              <xsd:element name="Url" type="dms:ValidUrl" minOccurs="0" nillable="true"/>
              <xsd:element name="Description" type="xsd:string" nillable="true"/>
            </xsd:sequence>
          </xsd:extension>
        </xsd:complexContent>
      </xsd:complexType>
    </xsd:element>
    <xsd:element name="MediaServiceSearchProperties" ma:index="26" nillable="true" ma:displayName="MediaServiceSearchProperties" ma:hidden="true" ma:internalName="MediaServiceSearchProperties" ma:readOnly="true">
      <xsd:simpleType>
        <xsd:restriction base="dms:Note"/>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ath xmlns="0eea1aba-55c2-4546-872b-b3cb69a61a42">
      <Url xsi:nil="true"/>
      <Description xsi:nil="true"/>
    </Path>
    <Hyperlink xmlns="0eea1aba-55c2-4546-872b-b3cb69a61a42">
      <Url xsi:nil="true"/>
      <Description xsi:nil="true"/>
    </Hyperlink>
    <TaxCatchAll xmlns="e1664ecc-5721-42ca-999c-8460fd9f811f" xsi:nil="true"/>
    <lcf76f155ced4ddcb4097134ff3c332f xmlns="0eea1aba-55c2-4546-872b-b3cb69a61a42">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FCD024F-73BA-4170-B871-1DB60AAFE9C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1664ecc-5721-42ca-999c-8460fd9f811f"/>
    <ds:schemaRef ds:uri="0eea1aba-55c2-4546-872b-b3cb69a61a4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0980FAF-C6D8-4871-9E7D-E5E846D9EE59}">
  <ds:schemaRefs>
    <ds:schemaRef ds:uri="e1664ecc-5721-42ca-999c-8460fd9f811f"/>
    <ds:schemaRef ds:uri="http://www.w3.org/XML/1998/namespace"/>
    <ds:schemaRef ds:uri="http://schemas.microsoft.com/office/2006/metadata/properties"/>
    <ds:schemaRef ds:uri="http://schemas.openxmlformats.org/package/2006/metadata/core-properties"/>
    <ds:schemaRef ds:uri="http://schemas.microsoft.com/office/infopath/2007/PartnerControls"/>
    <ds:schemaRef ds:uri="http://purl.org/dc/dcmitype/"/>
    <ds:schemaRef ds:uri="http://purl.org/dc/terms/"/>
    <ds:schemaRef ds:uri="http://purl.org/dc/elements/1.1/"/>
    <ds:schemaRef ds:uri="http://schemas.microsoft.com/office/2006/documentManagement/types"/>
    <ds:schemaRef ds:uri="0eea1aba-55c2-4546-872b-b3cb69a61a42"/>
  </ds:schemaRefs>
</ds:datastoreItem>
</file>

<file path=customXml/itemProps3.xml><?xml version="1.0" encoding="utf-8"?>
<ds:datastoreItem xmlns:ds="http://schemas.openxmlformats.org/officeDocument/2006/customXml" ds:itemID="{8BED442A-4032-4AAE-AE1E-A84DA99A06D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324</TotalTime>
  <Words>2393</Words>
  <Application>Microsoft Office PowerPoint</Application>
  <PresentationFormat>Widescreen</PresentationFormat>
  <Paragraphs>308</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RadX Illustrative Acquisition Proposal</dc:title>
  <dc:subject>PptxGenJS Presentation</dc:subject>
  <dc:creator>RadX inc.</dc:creator>
  <cp:lastModifiedBy>Bennett Turner</cp:lastModifiedBy>
  <cp:revision>3</cp:revision>
  <cp:lastPrinted>2026-08-19T17:26:05Z</cp:lastPrinted>
  <dcterms:created xsi:type="dcterms:W3CDTF">2026-08-18T20:05:25Z</dcterms:created>
  <dcterms:modified xsi:type="dcterms:W3CDTF">2026-08-19T18:14:03Z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0x0101004D31D8A68442DF4386007D1286E00FCD</vt:lpwstr>
  </property>
  <property fmtid="{D5CDD505-2E9C-101B-9397-08002B2CF9AE}" pid="3" name="MediaServiceImageTags">
    <vt:lpwstr/>
  </property>
</Properties>
</file>